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7.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8.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14.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15.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16.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7.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8.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9.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20.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1.xml" ContentType="application/vnd.openxmlformats-officedocument.theme+xml"/>
  <Override PartName="/ppt/theme/theme22.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23.xml" ContentType="application/vnd.openxmlformats-officedocument.theme+xml"/>
  <Override PartName="/ppt/theme/theme24.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25.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26.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theme/theme27.xml" ContentType="application/vnd.openxmlformats-officedocument.theme+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28.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heme/theme29.xml" ContentType="application/vnd.openxmlformats-officedocument.theme+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30.xml" ContentType="application/vnd.openxmlformats-officedocument.theme+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31.xml" ContentType="application/vnd.openxmlformats-officedocument.theme+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32.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33.xml" ContentType="application/vnd.openxmlformats-officedocument.theme+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theme/theme34.xml" ContentType="application/vnd.openxmlformats-officedocument.theme+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35.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4389" r:id="rId1"/>
    <p:sldMasterId id="2147484384" r:id="rId2"/>
    <p:sldMasterId id="2147483710" r:id="rId3"/>
    <p:sldMasterId id="2147483722" r:id="rId4"/>
    <p:sldMasterId id="2147484151" r:id="rId5"/>
    <p:sldMasterId id="2147484165" r:id="rId6"/>
    <p:sldMasterId id="2147484179" r:id="rId7"/>
    <p:sldMasterId id="2147484204" r:id="rId8"/>
    <p:sldMasterId id="2147484210" r:id="rId9"/>
    <p:sldMasterId id="2147484217" r:id="rId10"/>
    <p:sldMasterId id="2147484219" r:id="rId11"/>
    <p:sldMasterId id="2147484221" r:id="rId12"/>
    <p:sldMasterId id="2147484223" r:id="rId13"/>
    <p:sldMasterId id="2147484228" r:id="rId14"/>
    <p:sldMasterId id="2147484251" r:id="rId15"/>
    <p:sldMasterId id="2147484263" r:id="rId16"/>
    <p:sldMasterId id="2147484270" r:id="rId17"/>
    <p:sldMasterId id="2147484277" r:id="rId18"/>
    <p:sldMasterId id="2147484298" r:id="rId19"/>
    <p:sldMasterId id="2147484309" r:id="rId20"/>
    <p:sldMasterId id="2147484324" r:id="rId21"/>
    <p:sldMasterId id="2147484333" r:id="rId22"/>
    <p:sldMasterId id="2147484456" r:id="rId23"/>
    <p:sldMasterId id="2147484467" r:id="rId24"/>
    <p:sldMasterId id="2147484478" r:id="rId25"/>
    <p:sldMasterId id="2147484491" r:id="rId26"/>
    <p:sldMasterId id="2147484509" r:id="rId27"/>
    <p:sldMasterId id="2147484523" r:id="rId28"/>
    <p:sldMasterId id="2147484529" r:id="rId29"/>
    <p:sldMasterId id="2147484530" r:id="rId30"/>
    <p:sldMasterId id="2147484545" r:id="rId31"/>
    <p:sldMasterId id="2147484566" r:id="rId32"/>
    <p:sldMasterId id="2147484579" r:id="rId33"/>
    <p:sldMasterId id="2147484583" r:id="rId34"/>
    <p:sldMasterId id="2147484635" r:id="rId35"/>
    <p:sldMasterId id="2147484648" r:id="rId36"/>
  </p:sldMasterIdLst>
  <p:notesMasterIdLst>
    <p:notesMasterId r:id="rId41"/>
  </p:notesMasterIdLst>
  <p:handoutMasterIdLst>
    <p:handoutMasterId r:id="rId42"/>
  </p:handoutMasterIdLst>
  <p:sldIdLst>
    <p:sldId id="1778" r:id="rId37"/>
    <p:sldId id="1780" r:id="rId38"/>
    <p:sldId id="1777" r:id="rId39"/>
    <p:sldId id="1779" r:id="rId40"/>
  </p:sldIdLst>
  <p:sldSz cx="12195175" cy="6858000"/>
  <p:notesSz cx="6669088" cy="9926638"/>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guide id="3" pos="3842">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guide id="3" orient="horz" pos="3127">
          <p15:clr>
            <a:srgbClr val="A4A3A4"/>
          </p15:clr>
        </p15:guide>
        <p15:guide id="4"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745"/>
    <a:srgbClr val="313745"/>
    <a:srgbClr val="343746"/>
    <a:srgbClr val="0099FF"/>
    <a:srgbClr val="99CCFF"/>
    <a:srgbClr val="0000FF"/>
    <a:srgbClr val="FFD03B"/>
    <a:srgbClr val="FFBE3B"/>
    <a:srgbClr val="FFCC66"/>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3834" autoAdjust="0"/>
  </p:normalViewPr>
  <p:slideViewPr>
    <p:cSldViewPr>
      <p:cViewPr varScale="1">
        <p:scale>
          <a:sx n="124" d="100"/>
          <a:sy n="124" d="100"/>
        </p:scale>
        <p:origin x="422" y="101"/>
      </p:cViewPr>
      <p:guideLst>
        <p:guide orient="horz" pos="2160"/>
        <p:guide pos="3841"/>
        <p:guide pos="3842"/>
      </p:guideLst>
    </p:cSldViewPr>
  </p:slideViewPr>
  <p:outlineViewPr>
    <p:cViewPr>
      <p:scale>
        <a:sx n="33" d="100"/>
        <a:sy n="33" d="100"/>
      </p:scale>
      <p:origin x="36" y="4134"/>
    </p:cViewPr>
  </p:outlineViewPr>
  <p:notesTextViewPr>
    <p:cViewPr>
      <p:scale>
        <a:sx n="100" d="100"/>
        <a:sy n="100" d="100"/>
      </p:scale>
      <p:origin x="0" y="0"/>
    </p:cViewPr>
  </p:notesTextViewPr>
  <p:sorterViewPr>
    <p:cViewPr varScale="1">
      <p:scale>
        <a:sx n="1" d="1"/>
        <a:sy n="1" d="1"/>
      </p:scale>
      <p:origin x="0" y="-14237"/>
    </p:cViewPr>
  </p:sorterViewPr>
  <p:notesViewPr>
    <p:cSldViewPr>
      <p:cViewPr varScale="1">
        <p:scale>
          <a:sx n="61" d="100"/>
          <a:sy n="61" d="100"/>
        </p:scale>
        <p:origin x="-3202" y="-77"/>
      </p:cViewPr>
      <p:guideLst>
        <p:guide orient="horz" pos="2932"/>
        <p:guide pos="2212"/>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3.xml"/><Relationship Id="rId21" Type="http://schemas.openxmlformats.org/officeDocument/2006/relationships/slideMaster" Target="slideMasters/slideMaster21.xml"/><Relationship Id="rId34" Type="http://schemas.openxmlformats.org/officeDocument/2006/relationships/slideMaster" Target="slideMasters/slideMaster34.xml"/><Relationship Id="rId42"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 Target="slides/slide1.xml"/><Relationship Id="rId40" Type="http://schemas.openxmlformats.org/officeDocument/2006/relationships/slide" Target="slides/slide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 Target="slides/slide2.xml"/><Relationship Id="rId46"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3324" tIns="46662" rIns="93324" bIns="46662"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3324" tIns="46662" rIns="93324" bIns="46662" rtlCol="0"/>
          <a:lstStyle>
            <a:lvl1pPr algn="r">
              <a:defRPr sz="1200"/>
            </a:lvl1pPr>
          </a:lstStyle>
          <a:p>
            <a:fld id="{63AB159C-60B6-420C-ABC2-CEF1C29BCE0E}" type="datetimeFigureOut">
              <a:rPr lang="zh-CN" altLang="en-US" smtClean="0"/>
              <a:pPr/>
              <a:t>2025/12/19</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3324" tIns="46662" rIns="93324" bIns="46662"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3324" tIns="46662" rIns="93324" bIns="46662" rtlCol="0" anchor="b"/>
          <a:lstStyle>
            <a:lvl1pPr algn="r">
              <a:defRPr sz="1200"/>
            </a:lvl1pPr>
          </a:lstStyle>
          <a:p>
            <a:fld id="{8E188B9C-34DA-4833-A3BD-5C3A03561D9C}" type="slidenum">
              <a:rPr lang="zh-CN" altLang="en-US" smtClean="0"/>
              <a:pPr/>
              <a:t>‹#›</a:t>
            </a:fld>
            <a:endParaRPr lang="zh-CN" altLang="en-US"/>
          </a:p>
        </p:txBody>
      </p:sp>
    </p:spTree>
    <p:extLst>
      <p:ext uri="{BB962C8B-B14F-4D97-AF65-F5344CB8AC3E}">
        <p14:creationId xmlns:p14="http://schemas.microsoft.com/office/powerpoint/2010/main" val="310147217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889938" cy="496332"/>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vl1pPr>
          </a:lstStyle>
          <a:p>
            <a:endParaRPr lang="zh-CN" altLang="en-US"/>
          </a:p>
        </p:txBody>
      </p:sp>
      <p:sp>
        <p:nvSpPr>
          <p:cNvPr id="17411" name="Rectangle 3"/>
          <p:cNvSpPr>
            <a:spLocks noGrp="1" noChangeArrowheads="1"/>
          </p:cNvSpPr>
          <p:nvPr>
            <p:ph type="dt" idx="1"/>
          </p:nvPr>
        </p:nvSpPr>
        <p:spPr bwMode="auto">
          <a:xfrm>
            <a:off x="3777607" y="0"/>
            <a:ext cx="2889938" cy="496332"/>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vl1pPr>
          </a:lstStyle>
          <a:p>
            <a:endParaRPr lang="en-US" altLang="zh-CN"/>
          </a:p>
        </p:txBody>
      </p:sp>
      <p:sp>
        <p:nvSpPr>
          <p:cNvPr id="17412" name="Rectangle 4"/>
          <p:cNvSpPr>
            <a:spLocks noGrp="1" noRot="1" noChangeAspect="1" noChangeArrowheads="1" noTextEdit="1"/>
          </p:cNvSpPr>
          <p:nvPr>
            <p:ph type="sldImg" idx="2"/>
          </p:nvPr>
        </p:nvSpPr>
        <p:spPr bwMode="auto">
          <a:xfrm>
            <a:off x="25400" y="744538"/>
            <a:ext cx="6618288" cy="3722687"/>
          </a:xfrm>
          <a:prstGeom prst="rect">
            <a:avLst/>
          </a:prstGeom>
          <a:noFill/>
          <a:ln w="9525">
            <a:solidFill>
              <a:srgbClr val="000000"/>
            </a:solidFill>
            <a:miter lim="800000"/>
            <a:headEnd/>
            <a:tailEnd/>
          </a:ln>
          <a:effectLst/>
        </p:spPr>
      </p:sp>
      <p:sp>
        <p:nvSpPr>
          <p:cNvPr id="17413" name="Rectangle 5"/>
          <p:cNvSpPr>
            <a:spLocks noGrp="1" noChangeArrowheads="1"/>
          </p:cNvSpPr>
          <p:nvPr>
            <p:ph type="body" sz="quarter" idx="3"/>
          </p:nvPr>
        </p:nvSpPr>
        <p:spPr bwMode="auto">
          <a:xfrm>
            <a:off x="666909" y="4715154"/>
            <a:ext cx="5335270" cy="4466987"/>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7414" name="Rectangle 6"/>
          <p:cNvSpPr>
            <a:spLocks noGrp="1" noChangeArrowheads="1"/>
          </p:cNvSpPr>
          <p:nvPr>
            <p:ph type="ftr" sz="quarter" idx="4"/>
          </p:nvPr>
        </p:nvSpPr>
        <p:spPr bwMode="auto">
          <a:xfrm>
            <a:off x="0" y="9428583"/>
            <a:ext cx="2889938" cy="496332"/>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vl1pPr>
          </a:lstStyle>
          <a:p>
            <a:endParaRPr lang="en-US" altLang="zh-CN"/>
          </a:p>
        </p:txBody>
      </p:sp>
      <p:sp>
        <p:nvSpPr>
          <p:cNvPr id="17415" name="Rectangle 7"/>
          <p:cNvSpPr>
            <a:spLocks noGrp="1" noChangeArrowheads="1"/>
          </p:cNvSpPr>
          <p:nvPr>
            <p:ph type="sldNum" sz="quarter" idx="5"/>
          </p:nvPr>
        </p:nvSpPr>
        <p:spPr bwMode="auto">
          <a:xfrm>
            <a:off x="3777607" y="9428583"/>
            <a:ext cx="2889938" cy="496332"/>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vl1pPr>
          </a:lstStyle>
          <a:p>
            <a:fld id="{9C67DCF1-64CF-43C9-8B80-619A023733CC}" type="slidenum">
              <a:rPr lang="zh-CN" altLang="en-US"/>
              <a:pPr/>
              <a:t>‹#›</a:t>
            </a:fld>
            <a:endParaRPr lang="en-US" altLang="zh-CN"/>
          </a:p>
        </p:txBody>
      </p:sp>
    </p:spTree>
    <p:extLst>
      <p:ext uri="{BB962C8B-B14F-4D97-AF65-F5344CB8AC3E}">
        <p14:creationId xmlns:p14="http://schemas.microsoft.com/office/powerpoint/2010/main" val="3934117806"/>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5.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6.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7.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6.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7.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9.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7.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Master" Target="../slideMasters/slideMaster26.xml"/><Relationship Id="rId4" Type="http://schemas.openxmlformats.org/officeDocument/2006/relationships/image" Target="../media/image3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Master" Target="../slideMasters/slideMaster2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Master" Target="../slideMasters/slideMaster27.xml"/><Relationship Id="rId4" Type="http://schemas.openxmlformats.org/officeDocument/2006/relationships/image" Target="../media/image3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8.xml"/></Relationships>
</file>

<file path=ppt/slideLayouts/_rels/slideLayout188.xml.rels><?xml version="1.0" encoding="UTF-8" standalone="yes"?>
<Relationships xmlns="http://schemas.openxmlformats.org/package/2006/relationships"><Relationship Id="rId3" Type="http://schemas.openxmlformats.org/officeDocument/2006/relationships/slideMaster" Target="../slideMasters/slideMaster28.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34.png"/><Relationship Id="rId4" Type="http://schemas.openxmlformats.org/officeDocument/2006/relationships/image" Target="../media/image30.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4.png"/><Relationship Id="rId1" Type="http://schemas.openxmlformats.org/officeDocument/2006/relationships/slideMaster" Target="../slideMasters/slideMaster3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4.png"/><Relationship Id="rId1" Type="http://schemas.openxmlformats.org/officeDocument/2006/relationships/slideMaster" Target="../slideMasters/slideMaster3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8.png"/><Relationship Id="rId1" Type="http://schemas.openxmlformats.org/officeDocument/2006/relationships/slideMaster" Target="../slideMasters/slideMaster33.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8.png"/><Relationship Id="rId1" Type="http://schemas.openxmlformats.org/officeDocument/2006/relationships/slideMaster" Target="../slideMasters/slideMaster3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a:ln>
                <a:noFill/>
              </a:ln>
              <a:solidFill>
                <a:schemeClr val="tx1"/>
              </a:solidFill>
              <a:effectLst/>
              <a:latin typeface="Arial" charset="0"/>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a:ln>
                <a:noFill/>
              </a:ln>
              <a:solidFill>
                <a:schemeClr val="tx1"/>
              </a:solidFill>
              <a:effectLst/>
              <a:latin typeface="Arial" charset="0"/>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2" descr="内页元素3-1"/>
          <p:cNvPicPr>
            <a:picLocks noChangeAspect="1" noChangeArrowheads="1"/>
          </p:cNvPicPr>
          <p:nvPr userDrawn="1"/>
        </p:nvPicPr>
        <p:blipFill>
          <a:blip r:embed="rId2" cstate="print"/>
          <a:srcRect/>
          <a:stretch>
            <a:fillRect/>
          </a:stretch>
        </p:blipFill>
        <p:spPr bwMode="auto">
          <a:xfrm>
            <a:off x="1" y="12"/>
            <a:ext cx="12193587" cy="6492875"/>
          </a:xfrm>
          <a:prstGeom prst="rect">
            <a:avLst/>
          </a:prstGeom>
          <a:noFill/>
          <a:ln w="9525">
            <a:noFill/>
            <a:miter lim="800000"/>
            <a:headEnd/>
            <a:tailEnd/>
          </a:ln>
        </p:spPr>
      </p:pic>
      <p:grpSp>
        <p:nvGrpSpPr>
          <p:cNvPr id="2" name="组合 3"/>
          <p:cNvGrpSpPr>
            <a:grpSpLocks/>
          </p:cNvGrpSpPr>
          <p:nvPr userDrawn="1"/>
        </p:nvGrpSpPr>
        <p:grpSpPr bwMode="auto">
          <a:xfrm>
            <a:off x="8017" y="7938"/>
            <a:ext cx="12193587" cy="6858000"/>
            <a:chOff x="1" y="1"/>
            <a:chExt cx="7681" cy="4320"/>
          </a:xfrm>
        </p:grpSpPr>
        <p:pic>
          <p:nvPicPr>
            <p:cNvPr id="6" name="图片 4"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5"/>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8" name="文本框 6"/>
          <p:cNvSpPr txBox="1">
            <a:spLocks noChangeArrowheads="1"/>
          </p:cNvSpPr>
          <p:nvPr userDrawn="1"/>
        </p:nvSpPr>
        <p:spPr bwMode="auto">
          <a:xfrm>
            <a:off x="811293" y="6199311"/>
            <a:ext cx="3044103" cy="307777"/>
          </a:xfrm>
          <a:prstGeom prst="rect">
            <a:avLst/>
          </a:prstGeom>
          <a:noFill/>
          <a:ln w="9525">
            <a:noFill/>
            <a:miter lim="800000"/>
            <a:headEnd/>
            <a:tailEnd/>
          </a:ln>
        </p:spPr>
        <p:txBody>
          <a:bodyPr wrap="none">
            <a:spAutoFit/>
          </a:bodyPr>
          <a:lstStyle/>
          <a:p>
            <a:pPr eaLnBrk="0" hangingPunct="0">
              <a:defRPr/>
            </a:pPr>
            <a:r>
              <a:rPr lang="en-US" altLang="zh-CN" sz="1400">
                <a:solidFill>
                  <a:srgbClr val="000000"/>
                </a:solidFill>
                <a:latin typeface="FrutigerNext LT Bold" pitchFamily="1" charset="0"/>
                <a:ea typeface="ＭＳ Ｐゴシック" pitchFamily="34" charset="-128"/>
              </a:rPr>
              <a:t>HUAWEI TECHNOLOGIES CO., LTD.</a:t>
            </a:r>
          </a:p>
        </p:txBody>
      </p:sp>
      <p:pic>
        <p:nvPicPr>
          <p:cNvPr id="9" name="图片 7" descr="Logo"/>
          <p:cNvPicPr>
            <a:picLocks noChangeAspect="1" noChangeArrowheads="1"/>
          </p:cNvPicPr>
          <p:nvPr userDrawn="1"/>
        </p:nvPicPr>
        <p:blipFill>
          <a:blip r:embed="rId4" cstate="print"/>
          <a:srcRect/>
          <a:stretch>
            <a:fillRect/>
          </a:stretch>
        </p:blipFill>
        <p:spPr bwMode="auto">
          <a:xfrm>
            <a:off x="10522029" y="5691188"/>
            <a:ext cx="706439" cy="704850"/>
          </a:xfrm>
          <a:prstGeom prst="rect">
            <a:avLst/>
          </a:prstGeom>
          <a:noFill/>
          <a:ln w="9525">
            <a:noFill/>
            <a:miter lim="800000"/>
            <a:headEnd/>
            <a:tailEnd/>
          </a:ln>
        </p:spPr>
      </p:pic>
      <p:sp>
        <p:nvSpPr>
          <p:cNvPr id="10" name="矩形 10"/>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内部使用字体 </a:t>
            </a:r>
            <a:r>
              <a:rPr lang="en-US" altLang="zh-CN" sz="1200">
                <a:solidFill>
                  <a:srgbClr val="F8F8F8"/>
                </a:solidFill>
                <a:latin typeface="Arial" pitchFamily="34" charset="0"/>
              </a:rPr>
              <a:t>:</a:t>
            </a:r>
          </a:p>
          <a:p>
            <a:pPr algn="r" eaLnBrk="0" hangingPunct="0">
              <a:lnSpc>
                <a:spcPct val="125000"/>
              </a:lnSpc>
              <a:buClr>
                <a:srgbClr val="CC9900"/>
              </a:buClr>
              <a:buFont typeface="Wingdings" pitchFamily="2" charset="2"/>
              <a:buNone/>
              <a:defRPr/>
            </a:pPr>
            <a:r>
              <a:rPr lang="en-US" altLang="zh-CN" sz="1200">
                <a:solidFill>
                  <a:srgbClr val="F8F8F8"/>
                </a:solidFill>
                <a:latin typeface="Arial" pitchFamily="34" charset="0"/>
              </a:rPr>
              <a:t>FrutigerNext LT Medium</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外部使用字体 </a:t>
            </a:r>
            <a:r>
              <a:rPr lang="en-US" altLang="zh-CN" sz="1200">
                <a:solidFill>
                  <a:srgbClr val="F8F8F8"/>
                </a:solidFill>
                <a:latin typeface="Arial" pitchFamily="34" charset="0"/>
              </a:rPr>
              <a:t>: Arial</a:t>
            </a:r>
          </a:p>
          <a:p>
            <a:pPr algn="r" eaLnBrk="0" hangingPunct="0">
              <a:lnSpc>
                <a:spcPct val="75000"/>
              </a:lnSpc>
              <a:buClr>
                <a:srgbClr val="CC9900"/>
              </a:buClr>
              <a:buFont typeface="Wingdings" pitchFamily="2" charset="2"/>
              <a:buNone/>
              <a:defRPr/>
            </a:pPr>
            <a:endParaRPr lang="en-US" altLang="zh-CN"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内部使用字体 </a:t>
            </a:r>
            <a:r>
              <a:rPr lang="en-US" altLang="zh-CN" sz="1200">
                <a:solidFill>
                  <a:srgbClr val="F8F8F8"/>
                </a:solidFill>
                <a:latin typeface="Arial" pitchFamily="34" charset="0"/>
              </a:rPr>
              <a:t>:</a:t>
            </a:r>
          </a:p>
          <a:p>
            <a:pPr algn="r" eaLnBrk="0" hangingPunct="0">
              <a:lnSpc>
                <a:spcPct val="125000"/>
              </a:lnSpc>
              <a:buClr>
                <a:srgbClr val="CC9900"/>
              </a:buClr>
              <a:buFont typeface="Wingdings" pitchFamily="2" charset="2"/>
              <a:buNone/>
              <a:defRPr/>
            </a:pPr>
            <a:r>
              <a:rPr lang="en-US" altLang="zh-CN" sz="1200">
                <a:solidFill>
                  <a:srgbClr val="F8F8F8"/>
                </a:solidFill>
                <a:latin typeface="Arial" pitchFamily="34" charset="0"/>
              </a:rPr>
              <a:t>FrutigerNext LT Regular</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外部使用字体 </a:t>
            </a:r>
            <a:r>
              <a:rPr lang="en-US" altLang="zh-CN" sz="1200">
                <a:solidFill>
                  <a:srgbClr val="F8F8F8"/>
                </a:solidFill>
                <a:latin typeface="Arial" pitchFamily="34" charset="0"/>
              </a:rPr>
              <a:t>: Arial</a:t>
            </a:r>
          </a:p>
          <a:p>
            <a:pPr algn="r" eaLnBrk="0" hangingPunct="0">
              <a:lnSpc>
                <a:spcPct val="75000"/>
              </a:lnSpc>
              <a:buClr>
                <a:srgbClr val="CC9900"/>
              </a:buClr>
              <a:buFont typeface="Wingdings" pitchFamily="2" charset="2"/>
              <a:buNone/>
              <a:defRPr/>
            </a:pPr>
            <a:endParaRPr lang="en-US" altLang="zh-CN"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1"/>
          <p:cNvSpPr>
            <a:spLocks noChangeArrowheads="1"/>
          </p:cNvSpPr>
          <p:nvPr userDrawn="1"/>
        </p:nvSpPr>
        <p:spPr bwMode="auto">
          <a:xfrm>
            <a:off x="12361944" y="5444806"/>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en-US" sz="1500">
              <a:solidFill>
                <a:srgbClr val="000000"/>
              </a:solidFill>
              <a:latin typeface="FrutigerNext LT Regular" pitchFamily="34" charset="0"/>
              <a:ea typeface="ＭＳ Ｐゴシック" pitchFamily="34" charset="-128"/>
            </a:endParaRPr>
          </a:p>
        </p:txBody>
      </p:sp>
      <p:grpSp>
        <p:nvGrpSpPr>
          <p:cNvPr id="3" name="组合 12"/>
          <p:cNvGrpSpPr>
            <a:grpSpLocks/>
          </p:cNvGrpSpPr>
          <p:nvPr userDrawn="1"/>
        </p:nvGrpSpPr>
        <p:grpSpPr bwMode="auto">
          <a:xfrm>
            <a:off x="12472987" y="5278438"/>
            <a:ext cx="989012" cy="184150"/>
            <a:chOff x="6657" y="3492"/>
            <a:chExt cx="527" cy="121"/>
          </a:xfrm>
        </p:grpSpPr>
        <p:sp>
          <p:nvSpPr>
            <p:cNvPr id="13" name="矩形 13"/>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4" name="矩形 14"/>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5" name="矩形 15"/>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6" name="矩形 16"/>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17"/>
          <p:cNvGrpSpPr>
            <a:grpSpLocks/>
          </p:cNvGrpSpPr>
          <p:nvPr userDrawn="1"/>
        </p:nvGrpSpPr>
        <p:grpSpPr bwMode="auto">
          <a:xfrm>
            <a:off x="12472987" y="6204074"/>
            <a:ext cx="989012" cy="182563"/>
            <a:chOff x="6657" y="4103"/>
            <a:chExt cx="527" cy="121"/>
          </a:xfrm>
        </p:grpSpPr>
        <p:sp>
          <p:nvSpPr>
            <p:cNvPr id="18" name="矩形 18"/>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9" name="矩形 19"/>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0" name="矩形 20"/>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1" name="矩形 21"/>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2" name="组合 22"/>
          <p:cNvGrpSpPr>
            <a:grpSpLocks/>
          </p:cNvGrpSpPr>
          <p:nvPr userDrawn="1"/>
        </p:nvGrpSpPr>
        <p:grpSpPr bwMode="auto">
          <a:xfrm>
            <a:off x="12472987" y="6450013"/>
            <a:ext cx="989012" cy="182562"/>
            <a:chOff x="6657" y="4266"/>
            <a:chExt cx="527" cy="121"/>
          </a:xfrm>
        </p:grpSpPr>
        <p:sp>
          <p:nvSpPr>
            <p:cNvPr id="23" name="矩形 23"/>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4" name="矩形 24"/>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5" name="矩形 25"/>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6" name="矩形 26"/>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7" name="组合 27"/>
          <p:cNvGrpSpPr>
            <a:grpSpLocks/>
          </p:cNvGrpSpPr>
          <p:nvPr userDrawn="1"/>
        </p:nvGrpSpPr>
        <p:grpSpPr bwMode="auto">
          <a:xfrm>
            <a:off x="12472987" y="5527799"/>
            <a:ext cx="989012" cy="182563"/>
            <a:chOff x="6657" y="3656"/>
            <a:chExt cx="527" cy="121"/>
          </a:xfrm>
        </p:grpSpPr>
        <p:sp>
          <p:nvSpPr>
            <p:cNvPr id="28" name="矩形 28"/>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9" name="矩形 29"/>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 name="矩形 30"/>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 name="矩形 31"/>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22" name="组合 32"/>
          <p:cNvGrpSpPr>
            <a:grpSpLocks/>
          </p:cNvGrpSpPr>
          <p:nvPr userDrawn="1"/>
        </p:nvGrpSpPr>
        <p:grpSpPr bwMode="auto">
          <a:xfrm>
            <a:off x="12472987" y="5957888"/>
            <a:ext cx="989012" cy="182562"/>
            <a:chOff x="6657" y="3941"/>
            <a:chExt cx="527" cy="121"/>
          </a:xfrm>
        </p:grpSpPr>
        <p:sp>
          <p:nvSpPr>
            <p:cNvPr id="33" name="矩形 33"/>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4" name="矩形 34"/>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5" name="矩形 35"/>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6" name="矩形 36"/>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27" name="组合 37"/>
          <p:cNvGrpSpPr>
            <a:grpSpLocks/>
          </p:cNvGrpSpPr>
          <p:nvPr userDrawn="1"/>
        </p:nvGrpSpPr>
        <p:grpSpPr bwMode="auto">
          <a:xfrm>
            <a:off x="12472987" y="6697663"/>
            <a:ext cx="989012" cy="182562"/>
            <a:chOff x="6657" y="4430"/>
            <a:chExt cx="527" cy="121"/>
          </a:xfrm>
        </p:grpSpPr>
        <p:sp>
          <p:nvSpPr>
            <p:cNvPr id="38" name="矩形 38"/>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9" name="矩形 39"/>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0" name="矩形 40"/>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 name="矩形 41"/>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2" name="组合 42"/>
          <p:cNvGrpSpPr>
            <a:grpSpLocks/>
          </p:cNvGrpSpPr>
          <p:nvPr userDrawn="1"/>
        </p:nvGrpSpPr>
        <p:grpSpPr bwMode="auto">
          <a:xfrm>
            <a:off x="12472987" y="5032375"/>
            <a:ext cx="989012" cy="184150"/>
            <a:chOff x="6657" y="3329"/>
            <a:chExt cx="527" cy="122"/>
          </a:xfrm>
        </p:grpSpPr>
        <p:sp>
          <p:nvSpPr>
            <p:cNvPr id="43" name="矩形 43"/>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4" name="矩形 44"/>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5" name="矩形 45"/>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6" name="矩形 46"/>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7" name="组合 47"/>
          <p:cNvGrpSpPr>
            <a:grpSpLocks/>
          </p:cNvGrpSpPr>
          <p:nvPr userDrawn="1"/>
        </p:nvGrpSpPr>
        <p:grpSpPr bwMode="auto">
          <a:xfrm>
            <a:off x="12472987" y="4600699"/>
            <a:ext cx="989012" cy="182563"/>
            <a:chOff x="6657" y="3043"/>
            <a:chExt cx="527" cy="121"/>
          </a:xfrm>
        </p:grpSpPr>
        <p:sp>
          <p:nvSpPr>
            <p:cNvPr id="48" name="矩形 48"/>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9" name="矩形 49"/>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0" name="矩形 50"/>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1" name="矩形 51"/>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2" name="组合 52"/>
          <p:cNvGrpSpPr>
            <a:grpSpLocks/>
          </p:cNvGrpSpPr>
          <p:nvPr userDrawn="1"/>
        </p:nvGrpSpPr>
        <p:grpSpPr bwMode="auto">
          <a:xfrm>
            <a:off x="12472987" y="4354513"/>
            <a:ext cx="989012" cy="184150"/>
            <a:chOff x="6657" y="2881"/>
            <a:chExt cx="527" cy="121"/>
          </a:xfrm>
        </p:grpSpPr>
        <p:sp>
          <p:nvSpPr>
            <p:cNvPr id="53" name="矩形 53"/>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4" name="矩形 54"/>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5" name="矩形 55"/>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6" name="矩形 56"/>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57" name="矩形 57"/>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配色参考方案：</a:t>
            </a:r>
          </a:p>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建议同一页面内不超过四种颜色，以下是９组配色方案，同一页面内只选择一组使用。</a:t>
            </a:r>
          </a:p>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（仅供参考）</a:t>
            </a:r>
          </a:p>
        </p:txBody>
      </p:sp>
      <p:sp>
        <p:nvSpPr>
          <p:cNvPr id="58" name="矩形 58"/>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75784" name="矩形 8"/>
          <p:cNvSpPr>
            <a:spLocks noGrp="1" noChangeArrowheads="1"/>
          </p:cNvSpPr>
          <p:nvPr>
            <p:ph type="ctrTitle"/>
          </p:nvPr>
        </p:nvSpPr>
        <p:spPr>
          <a:xfrm>
            <a:off x="896945" y="2130549"/>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75785" name="矩形 9"/>
          <p:cNvSpPr>
            <a:spLocks noGrp="1" noChangeArrowheads="1"/>
          </p:cNvSpPr>
          <p:nvPr>
            <p:ph type="subTitle" idx="1"/>
          </p:nvPr>
        </p:nvSpPr>
        <p:spPr>
          <a:xfrm>
            <a:off x="896943"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5" y="4407024"/>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5"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9"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9"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62"/>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3" y="274648"/>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77" y="2130551"/>
            <a:ext cx="10366375"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4" y="1600206"/>
            <a:ext cx="10975975"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5" y="4407026"/>
            <a:ext cx="10366375"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5" y="2906713"/>
            <a:ext cx="10366375"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1"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91"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2" y="1535113"/>
            <a:ext cx="53879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82" y="2174875"/>
            <a:ext cx="53879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62"/>
            <a:ext cx="681831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4" y="1600206"/>
            <a:ext cx="10975975"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2375" y="274653"/>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3" y="274653"/>
            <a:ext cx="8080374"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795"/>
            <a:ext cx="1295737" cy="498475"/>
          </a:xfrm>
          <a:prstGeom prst="rect">
            <a:avLst/>
          </a:prstGeom>
          <a:noFill/>
          <a:ln w="9525">
            <a:noFill/>
            <a:miter lim="800000"/>
            <a:headEnd/>
            <a:tailEnd/>
          </a:ln>
        </p:spPr>
      </p:pic>
      <p:sp>
        <p:nvSpPr>
          <p:cNvPr id="3" name="Rectangle 19"/>
          <p:cNvSpPr>
            <a:spLocks noChangeArrowheads="1"/>
          </p:cNvSpPr>
          <p:nvPr/>
        </p:nvSpPr>
        <p:spPr bwMode="auto">
          <a:xfrm>
            <a:off x="9064579"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645"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695"/>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707"/>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1"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1"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49"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9" y="2133233"/>
            <a:ext cx="10365899" cy="1470025"/>
          </a:xfrm>
        </p:spPr>
        <p:txBody>
          <a:bodyPr/>
          <a:lstStyle/>
          <a:p>
            <a:r>
              <a:rPr lang="en-US"/>
              <a:t>Click to edit Master title style</a:t>
            </a:r>
          </a:p>
        </p:txBody>
      </p:sp>
      <p:sp>
        <p:nvSpPr>
          <p:cNvPr id="3" name="Subtitle 2"/>
          <p:cNvSpPr>
            <a:spLocks noGrp="1"/>
          </p:cNvSpPr>
          <p:nvPr>
            <p:ph type="subTitle" idx="1"/>
          </p:nvPr>
        </p:nvSpPr>
        <p:spPr>
          <a:xfrm>
            <a:off x="1829277"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764" y="6359158"/>
            <a:ext cx="2845541"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5" name="Footer Placeholder 4"/>
          <p:cNvSpPr>
            <a:spLocks noGrp="1"/>
          </p:cNvSpPr>
          <p:nvPr>
            <p:ph type="ftr" sz="quarter" idx="11"/>
          </p:nvPr>
        </p:nvSpPr>
        <p:spPr>
          <a:xfrm>
            <a:off x="4166686" y="6359158"/>
            <a:ext cx="3861805"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6" name="Slide Number Placeholder 5"/>
          <p:cNvSpPr>
            <a:spLocks noGrp="1"/>
          </p:cNvSpPr>
          <p:nvPr>
            <p:ph type="sldNum" sz="quarter" idx="12"/>
          </p:nvPr>
        </p:nvSpPr>
        <p:spPr/>
        <p:txBody>
          <a:bodyPr/>
          <a:lstStyle/>
          <a:p>
            <a:fld id="{899675ED-00D2-4789-A1C0-55C59D1006B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241"/>
            <a:ext cx="1295737" cy="498475"/>
          </a:xfrm>
          <a:prstGeom prst="rect">
            <a:avLst/>
          </a:prstGeom>
          <a:noFill/>
          <a:ln w="9525">
            <a:noFill/>
            <a:miter lim="800000"/>
            <a:headEnd/>
            <a:tailEnd/>
          </a:ln>
        </p:spPr>
      </p:pic>
      <p:sp>
        <p:nvSpPr>
          <p:cNvPr id="3" name="Rectangle 19"/>
          <p:cNvSpPr>
            <a:spLocks noChangeArrowheads="1"/>
          </p:cNvSpPr>
          <p:nvPr/>
        </p:nvSpPr>
        <p:spPr bwMode="auto">
          <a:xfrm>
            <a:off x="9064134"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276"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141"/>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153"/>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1"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1"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49"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9" y="2132679"/>
            <a:ext cx="10365899" cy="1470025"/>
          </a:xfrm>
        </p:spPr>
        <p:txBody>
          <a:bodyPr/>
          <a:lstStyle/>
          <a:p>
            <a:r>
              <a:rPr lang="en-US"/>
              <a:t>Click to edit Master title style</a:t>
            </a:r>
          </a:p>
        </p:txBody>
      </p:sp>
      <p:sp>
        <p:nvSpPr>
          <p:cNvPr id="3" name="Subtitle 2"/>
          <p:cNvSpPr>
            <a:spLocks noGrp="1"/>
          </p:cNvSpPr>
          <p:nvPr>
            <p:ph type="subTitle" idx="1"/>
          </p:nvPr>
        </p:nvSpPr>
        <p:spPr>
          <a:xfrm>
            <a:off x="1829277"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764" y="6358604"/>
            <a:ext cx="2845541"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5" name="Footer Placeholder 4"/>
          <p:cNvSpPr>
            <a:spLocks noGrp="1"/>
          </p:cNvSpPr>
          <p:nvPr>
            <p:ph type="ftr" sz="quarter" idx="11"/>
          </p:nvPr>
        </p:nvSpPr>
        <p:spPr>
          <a:xfrm>
            <a:off x="4166686" y="6358604"/>
            <a:ext cx="3861805"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6" name="Slide Number Placeholder 5"/>
          <p:cNvSpPr>
            <a:spLocks noGrp="1"/>
          </p:cNvSpPr>
          <p:nvPr>
            <p:ph type="sldNum" sz="quarter" idx="12"/>
          </p:nvPr>
        </p:nvSpPr>
        <p:spPr/>
        <p:txBody>
          <a:bodyPr/>
          <a:lstStyle/>
          <a:p>
            <a:fld id="{899675ED-00D2-4789-A1C0-55C59D1006B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a:t>Click to edit Master title style</a:t>
            </a:r>
            <a:endParaRPr lang="en-US" dirty="0"/>
          </a:p>
        </p:txBody>
      </p:sp>
      <p:sp>
        <p:nvSpPr>
          <p:cNvPr id="4" name="Rectangle 206"/>
          <p:cNvSpPr>
            <a:spLocks noGrp="1" noChangeArrowheads="1"/>
          </p:cNvSpPr>
          <p:nvPr>
            <p:ph type="sldNum" sz="quarter" idx="10"/>
          </p:nvPr>
        </p:nvSpPr>
        <p:spPr>
          <a:ln/>
        </p:spPr>
        <p:txBody>
          <a:bodyPr/>
          <a:lstStyle>
            <a:lvl1pPr>
              <a:defRPr sz="1200"/>
            </a:lvl1pPr>
          </a:lstStyle>
          <a:p>
            <a:pPr>
              <a:defRPr/>
            </a:pPr>
            <a:r>
              <a:rPr lang="en-US" altLang="zh-CN" dirty="0"/>
              <a:t>Page </a:t>
            </a:r>
            <a:fld id="{7A5C8D4C-C2A6-4A90-89D3-F35AC9AF67E1}" type="slidenum">
              <a:rPr lang="en-US" altLang="zh-CN" smtClean="0"/>
              <a:pPr>
                <a:defRPr/>
              </a:pPr>
              <a:t>‹#›</a:t>
            </a:fld>
            <a:endParaRPr lang="en-US" altLang="zh-CN" dirty="0"/>
          </a:p>
        </p:txBody>
      </p:sp>
      <p:sp>
        <p:nvSpPr>
          <p:cNvPr id="17" name="Text Placeholder 16"/>
          <p:cNvSpPr>
            <a:spLocks noGrp="1"/>
          </p:cNvSpPr>
          <p:nvPr>
            <p:ph type="body" sz="quarter" idx="11"/>
          </p:nvPr>
        </p:nvSpPr>
        <p:spPr>
          <a:xfrm>
            <a:off x="431917" y="1340768"/>
            <a:ext cx="11428742" cy="4752057"/>
          </a:xfrm>
        </p:spPr>
        <p:txBody>
          <a:bodyPr/>
          <a:lstStyle>
            <a:lvl1pPr marL="300038" indent="-300038">
              <a:buClrTx/>
              <a:buFont typeface="Wingdings" pitchFamily="2" charset="2"/>
              <a:buChar char="§"/>
              <a:defRPr sz="1400"/>
            </a:lvl1pPr>
            <a:lvl2pPr marL="652463" indent="-250825">
              <a:buFont typeface="Symbol" pitchFamily="18" charset="2"/>
              <a:buChar char="-"/>
              <a:defRPr sz="1400"/>
            </a:lvl2pPr>
            <a:lvl4pPr>
              <a:defRPr sz="1400"/>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2" hasCustomPrompt="1"/>
          </p:nvPr>
        </p:nvSpPr>
        <p:spPr>
          <a:xfrm>
            <a:off x="441715" y="28048"/>
            <a:ext cx="5761500" cy="180000"/>
          </a:xfrm>
        </p:spPr>
        <p:txBody>
          <a:bodyPr lIns="46800" rIns="46800" anchor="ctr"/>
          <a:lstStyle>
            <a:lvl1pPr marL="0" marR="0" indent="0" algn="l" defTabSz="801688" rtl="0" eaLnBrk="1" fontAlgn="base" latinLnBrk="0" hangingPunct="1">
              <a:lnSpc>
                <a:spcPct val="140000"/>
              </a:lnSpc>
              <a:spcBef>
                <a:spcPct val="0"/>
              </a:spcBef>
              <a:spcAft>
                <a:spcPct val="0"/>
              </a:spcAft>
              <a:buClr>
                <a:schemeClr val="bg2"/>
              </a:buClr>
              <a:buSzPct val="60000"/>
              <a:buFont typeface="Wingdings" pitchFamily="2" charset="2"/>
              <a:buNone/>
              <a:tabLst/>
              <a:defRPr sz="1400" b="1" i="1">
                <a:solidFill>
                  <a:srgbClr val="002060"/>
                </a:solidFill>
              </a:defRPr>
            </a:lvl1pPr>
          </a:lstStyle>
          <a:p>
            <a:pPr marL="0" marR="0" lvl="0" indent="0" algn="l" defTabSz="801688" rtl="0" eaLnBrk="1" fontAlgn="base" latinLnBrk="0" hangingPunct="1">
              <a:lnSpc>
                <a:spcPct val="140000"/>
              </a:lnSpc>
              <a:spcBef>
                <a:spcPct val="0"/>
              </a:spcBef>
              <a:spcAft>
                <a:spcPct val="0"/>
              </a:spcAft>
              <a:buClr>
                <a:schemeClr val="bg2"/>
              </a:buClr>
              <a:buSzPct val="60000"/>
              <a:buFont typeface="Wingdings" pitchFamily="2" charset="2"/>
              <a:buNone/>
              <a:tabLst/>
              <a:defRPr/>
            </a:pPr>
            <a:r>
              <a:rPr lang="en-US" dirty="0"/>
              <a:t>Click to edit subject title</a:t>
            </a:r>
          </a:p>
        </p:txBody>
      </p:sp>
    </p:spTree>
    <p:extLst>
      <p:ext uri="{BB962C8B-B14F-4D97-AF65-F5344CB8AC3E}">
        <p14:creationId xmlns:p14="http://schemas.microsoft.com/office/powerpoint/2010/main" val="34611755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811"/>
            <a:ext cx="1295737" cy="498475"/>
          </a:xfrm>
          <a:prstGeom prst="rect">
            <a:avLst/>
          </a:prstGeom>
          <a:noFill/>
          <a:ln w="9525">
            <a:noFill/>
            <a:miter lim="800000"/>
            <a:headEnd/>
            <a:tailEnd/>
          </a:ln>
        </p:spPr>
      </p:pic>
      <p:sp>
        <p:nvSpPr>
          <p:cNvPr id="3" name="Rectangle 19"/>
          <p:cNvSpPr>
            <a:spLocks noChangeArrowheads="1"/>
          </p:cNvSpPr>
          <p:nvPr/>
        </p:nvSpPr>
        <p:spPr bwMode="auto">
          <a:xfrm>
            <a:off x="9064588"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651"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711"/>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723"/>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3"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3"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50"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675"/>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30"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charset="0"/>
                <a:ea typeface="MS PGothic" pitchFamily="34" charset="-128"/>
              </a:rPr>
              <a:t>HUAWEI TECHNOLOGIES CO., LTD.</a:t>
            </a:r>
            <a:endParaRPr lang="en-US" altLang="zh-CN" sz="2200">
              <a:solidFill>
                <a:srgbClr val="000000"/>
              </a:solidFill>
              <a:ea typeface="MS PGothic" pitchFamily="34" charset="-128"/>
            </a:endParaRPr>
          </a:p>
        </p:txBody>
      </p:sp>
      <p:sp>
        <p:nvSpPr>
          <p:cNvPr id="7"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a:ea typeface="ＭＳ Ｐゴシック" pitchFamily="34" charset="-128"/>
              </a:rPr>
              <a:t>www.huawei.com</a:t>
            </a:r>
          </a:p>
        </p:txBody>
      </p:sp>
      <p:sp>
        <p:nvSpPr>
          <p:cNvPr id="8" name="Rectangle 23"/>
          <p:cNvSpPr>
            <a:spLocks noChangeArrowheads="1"/>
          </p:cNvSpPr>
          <p:nvPr/>
        </p:nvSpPr>
        <p:spPr bwMode="auto">
          <a:xfrm>
            <a:off x="5314272"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25"/>
          <p:cNvSpPr>
            <a:spLocks noChangeArrowheads="1"/>
          </p:cNvSpPr>
          <p:nvPr/>
        </p:nvSpPr>
        <p:spPr bwMode="auto">
          <a:xfrm>
            <a:off x="9059627"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a:ea typeface="ＭＳ Ｐゴシック" pitchFamily="34" charset="-128"/>
              </a:rPr>
              <a:t>Security Level:</a:t>
            </a:r>
            <a:r>
              <a:rPr lang="zh-CN" altLang="en-US" sz="1400" b="1">
                <a:solidFill>
                  <a:srgbClr val="666666"/>
                </a:solidFill>
                <a:latin typeface="FrutigerNext LT Regular"/>
                <a:ea typeface="ＭＳ Ｐゴシック"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:40-47pt  </a:t>
            </a:r>
          </a:p>
          <a:p>
            <a:pPr algn="r" defTabSz="801688" eaLnBrk="0" hangingPunct="0">
              <a:lnSpc>
                <a:spcPct val="125000"/>
              </a:lnSpc>
              <a:defRPr/>
            </a:pPr>
            <a:r>
              <a:rPr lang="zh-CN" altLang="en-US" sz="1100">
                <a:solidFill>
                  <a:srgbClr val="FFFFFF"/>
                </a:solidFill>
                <a:latin typeface="Arial" pitchFamily="34" charset="0"/>
              </a:rPr>
              <a:t>副标题</a:t>
            </a:r>
            <a:r>
              <a:rPr lang="en-US" altLang="zh-CN" sz="1100">
                <a:solidFill>
                  <a:srgbClr val="FFFFFF"/>
                </a:solidFill>
                <a:latin typeface="Arial" pitchFamily="34" charset="0"/>
              </a:rPr>
              <a:t>:26-30pt</a:t>
            </a:r>
          </a:p>
          <a:p>
            <a:pPr algn="r" defTabSz="801688" eaLnBrk="0" hangingPunct="0">
              <a:lnSpc>
                <a:spcPct val="125000"/>
              </a:lnSpc>
              <a:defRPr/>
            </a:pPr>
            <a:r>
              <a:rPr lang="zh-CN" altLang="en-US" sz="1100">
                <a:solidFill>
                  <a:srgbClr val="FFFFFF"/>
                </a:solidFill>
                <a:latin typeface="Arial" pitchFamily="34" charset="0"/>
              </a:rPr>
              <a:t>字体颜色</a:t>
            </a:r>
            <a:r>
              <a:rPr lang="en-US" altLang="zh-CN" sz="1100">
                <a:solidFill>
                  <a:srgbClr val="FFFFFF"/>
                </a:solidFill>
                <a:latin typeface="Arial" pitchFamily="34" charset="0"/>
              </a:rPr>
              <a:t>:</a:t>
            </a:r>
            <a:r>
              <a:rPr lang="zh-CN" altLang="en-US" sz="1100">
                <a:solidFill>
                  <a:srgbClr val="FFFFFF"/>
                </a:solidFill>
                <a:latin typeface="Arial" pitchFamily="34" charset="0"/>
              </a:rPr>
              <a:t>反白</a:t>
            </a:r>
          </a:p>
          <a:p>
            <a:pPr algn="r" defTabSz="801688" eaLnBrk="0" hangingPunct="0">
              <a:lnSpc>
                <a:spcPct val="125000"/>
              </a:lnSpc>
              <a:defRPr/>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algn="r" defTabSz="801688" eaLnBrk="0" hangingPunct="0">
              <a:lnSpc>
                <a:spcPct val="125000"/>
              </a:lnSpc>
              <a:defRPr/>
            </a:pPr>
            <a:r>
              <a:rPr lang="en-US" altLang="zh-CN" sz="1100">
                <a:solidFill>
                  <a:srgbClr val="FFFFFF"/>
                </a:solidFill>
                <a:latin typeface="Arial" pitchFamily="34" charset="0"/>
              </a:rPr>
              <a:t>FrutigerNext LT Medium</a:t>
            </a:r>
          </a:p>
          <a:p>
            <a:pPr algn="r" defTabSz="801688" eaLnBrk="0" hangingPunct="0">
              <a:lnSpc>
                <a:spcPct val="125000"/>
              </a:lnSpc>
              <a:defRPr/>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:35-47pt</a:t>
            </a:r>
          </a:p>
          <a:p>
            <a:pPr algn="r" defTabSz="801688" eaLnBrk="0" hangingPunct="0">
              <a:lnSpc>
                <a:spcPct val="125000"/>
              </a:lnSpc>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algn="r" defTabSz="801688" eaLnBrk="0" hangingPunct="0">
              <a:lnSpc>
                <a:spcPct val="125000"/>
              </a:lnSpc>
              <a:defRPr/>
            </a:pPr>
            <a:r>
              <a:rPr lang="en-US" altLang="zh-CN" sz="1100">
                <a:solidFill>
                  <a:srgbClr val="FFFFFF"/>
                </a:solidFill>
                <a:latin typeface="Arial" pitchFamily="34" charset="0"/>
              </a:rPr>
              <a:t>  </a:t>
            </a:r>
            <a:r>
              <a:rPr lang="zh-CN" altLang="en-US" sz="1100">
                <a:solidFill>
                  <a:srgbClr val="FFFFFF"/>
                </a:solidFill>
                <a:latin typeface="Arial" pitchFamily="34" charset="0"/>
              </a:rPr>
              <a:t>副标题</a:t>
            </a:r>
            <a:r>
              <a:rPr lang="en-US" altLang="zh-CN" sz="1100">
                <a:solidFill>
                  <a:srgbClr val="FFFFFF"/>
                </a:solidFill>
                <a:latin typeface="Arial" pitchFamily="34" charset="0"/>
              </a:rPr>
              <a:t>:24-28pt</a:t>
            </a:r>
            <a:endParaRPr lang="zh-CN" altLang="en-US" sz="1100">
              <a:solidFill>
                <a:srgbClr val="FFFFFF"/>
              </a:solidFill>
              <a:latin typeface="Arial" pitchFamily="34" charset="0"/>
            </a:endParaRPr>
          </a:p>
          <a:p>
            <a:pPr algn="r" defTabSz="801688" eaLnBrk="0" hangingPunct="0">
              <a:lnSpc>
                <a:spcPct val="125000"/>
              </a:lnSpc>
              <a:defRPr/>
            </a:pPr>
            <a:r>
              <a:rPr lang="zh-CN" altLang="en-US" sz="1100">
                <a:solidFill>
                  <a:srgbClr val="FFFFFF"/>
                </a:solidFill>
                <a:latin typeface="Arial" pitchFamily="34" charset="0"/>
              </a:rPr>
              <a:t>字体颜色</a:t>
            </a:r>
            <a:r>
              <a:rPr lang="en-US" altLang="zh-CN" sz="1100">
                <a:solidFill>
                  <a:srgbClr val="FFFFFF"/>
                </a:solidFill>
                <a:latin typeface="Arial" pitchFamily="34" charset="0"/>
              </a:rPr>
              <a:t>:</a:t>
            </a:r>
            <a:r>
              <a:rPr lang="zh-CN" altLang="en-US" sz="1100">
                <a:solidFill>
                  <a:srgbClr val="FFFFFF"/>
                </a:solidFill>
                <a:latin typeface="Arial" pitchFamily="34" charset="0"/>
              </a:rPr>
              <a:t>反白</a:t>
            </a:r>
          </a:p>
          <a:p>
            <a:pPr algn="r" defTabSz="801688" eaLnBrk="0" hangingPunct="0">
              <a:lnSpc>
                <a:spcPct val="125000"/>
              </a:lnSpc>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a:t>
            </a: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spcBef>
                <a:spcPct val="50000"/>
              </a:spcBef>
              <a:defRPr/>
            </a:pPr>
            <a:endParaRPr lang="zh-CN" altLang="en-US" sz="1100">
              <a:solidFill>
                <a:srgbClr val="000000"/>
              </a:solidFill>
              <a:latin typeface="Arial" pitchFamily="34" charset="0"/>
            </a:endParaRPr>
          </a:p>
        </p:txBody>
      </p:sp>
      <p:sp>
        <p:nvSpPr>
          <p:cNvPr id="44047" name="Rectangle 15"/>
          <p:cNvSpPr>
            <a:spLocks noGrp="1" noChangeArrowheads="1"/>
          </p:cNvSpPr>
          <p:nvPr>
            <p:ph type="ctrTitle" sz="quarter"/>
          </p:nvPr>
        </p:nvSpPr>
        <p:spPr>
          <a:xfrm>
            <a:off x="849011" y="1392252"/>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52974" y="430217"/>
            <a:ext cx="10945216" cy="871537"/>
          </a:xfrm>
        </p:spPr>
        <p:txBody>
          <a:bodyPr/>
          <a:lstStyle>
            <a:lvl1pPr>
              <a:defRPr sz="3200" b="1"/>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hasCustomPrompt="1"/>
          </p:nvPr>
        </p:nvSpPr>
        <p:spPr>
          <a:xfrm>
            <a:off x="870184" y="1641475"/>
            <a:ext cx="5185066" cy="4194175"/>
          </a:xfrm>
        </p:spPr>
        <p:txBody>
          <a:bodyPr/>
          <a:lstStyle>
            <a:lvl1pPr>
              <a:defRPr sz="2000"/>
            </a:lvl1pPr>
            <a:lvl2pPr>
              <a:defRPr sz="18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p:txBody>
      </p:sp>
      <p:sp>
        <p:nvSpPr>
          <p:cNvPr id="4" name="内容占位符 3"/>
          <p:cNvSpPr>
            <a:spLocks noGrp="1"/>
          </p:cNvSpPr>
          <p:nvPr>
            <p:ph sz="half" idx="2" hasCustomPrompt="1"/>
          </p:nvPr>
        </p:nvSpPr>
        <p:spPr>
          <a:xfrm>
            <a:off x="6258503" y="1641475"/>
            <a:ext cx="5187184" cy="4194175"/>
          </a:xfrm>
        </p:spPr>
        <p:txBody>
          <a:bodyPr/>
          <a:lstStyle>
            <a:lvl1pPr>
              <a:defRPr sz="2000"/>
            </a:lvl1pPr>
            <a:lvl2pPr>
              <a:defRPr sz="18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80" y="430217"/>
            <a:ext cx="10329906" cy="871537"/>
          </a:xfrm>
        </p:spPr>
        <p:txBody>
          <a:bodyPr/>
          <a:lstStyle/>
          <a:p>
            <a:r>
              <a:rPr lang="zh-CN" altLang="en-US"/>
              <a:t>单击此处编辑母版标题样式</a:t>
            </a:r>
          </a:p>
        </p:txBody>
      </p:sp>
      <p:sp>
        <p:nvSpPr>
          <p:cNvPr id="3" name="表格占位符 2"/>
          <p:cNvSpPr>
            <a:spLocks noGrp="1"/>
          </p:cNvSpPr>
          <p:nvPr>
            <p:ph type="tbl" idx="1"/>
          </p:nvPr>
        </p:nvSpPr>
        <p:spPr>
          <a:xfrm>
            <a:off x="870180" y="1641475"/>
            <a:ext cx="10575503"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44047" name="Rectangle 15"/>
          <p:cNvSpPr>
            <a:spLocks noGrp="1" noChangeArrowheads="1"/>
          </p:cNvSpPr>
          <p:nvPr>
            <p:ph type="ctrTitle" sz="quarter"/>
          </p:nvPr>
        </p:nvSpPr>
        <p:spPr>
          <a:xfrm>
            <a:off x="849012" y="1392252"/>
            <a:ext cx="7073624" cy="1666875"/>
          </a:xfrm>
        </p:spPr>
        <p:txBody>
          <a:bodyPr/>
          <a:lstStyle>
            <a:lvl1pPr>
              <a:defRPr sz="50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6" y="3182946"/>
            <a:ext cx="7075743" cy="865187"/>
          </a:xfrm>
        </p:spPr>
        <p:txBody>
          <a:bodyPr lIns="93506" tIns="46753" rIns="93506" bIns="46753"/>
          <a:lstStyle>
            <a:lvl1pPr marL="0" indent="0">
              <a:buFont typeface="Wingdings" pitchFamily="2" charset="2"/>
              <a:buNone/>
              <a:defRPr sz="3300">
                <a:solidFill>
                  <a:schemeClr val="bg1"/>
                </a:solidFill>
                <a:latin typeface="华文细黑" pitchFamily="2" charset="-122"/>
              </a:defRPr>
            </a:lvl1pPr>
          </a:lstStyle>
          <a:p>
            <a:r>
              <a:rPr lang="zh-CN" altLang="en-US"/>
              <a:t>单击此处编辑母版副标题样式</a:t>
            </a:r>
          </a:p>
        </p:txBody>
      </p:sp>
      <p:sp>
        <p:nvSpPr>
          <p:cNvPr id="4" name="Rectangle 26"/>
          <p:cNvSpPr>
            <a:spLocks noGrp="1" noChangeArrowheads="1"/>
          </p:cNvSpPr>
          <p:nvPr>
            <p:ph type="dt" sz="quarter" idx="10"/>
          </p:nvPr>
        </p:nvSpPr>
        <p:spPr>
          <a:xfrm>
            <a:off x="912556" y="283028"/>
            <a:ext cx="2844694" cy="474890"/>
          </a:xfrm>
          <a:prstGeom prst="rect">
            <a:avLst/>
          </a:prstGeom>
        </p:spPr>
        <p:txBody>
          <a:bodyPr lIns="93506" tIns="46753" rIns="93506" bIns="46753"/>
          <a:lstStyle>
            <a:lvl1pPr>
              <a:lnSpc>
                <a:spcPct val="100000"/>
              </a:lnSpc>
              <a:defRPr>
                <a:latin typeface="FrutigerNext LT Regular" pitchFamily="34" charset="0"/>
                <a:ea typeface="华文细黑" pitchFamily="2" charset="-122"/>
              </a:defRPr>
            </a:lvl1pPr>
          </a:lstStyle>
          <a:p>
            <a:pPr eaLnBrk="0" hangingPunct="0">
              <a:defRPr/>
            </a:pPr>
            <a:endParaRPr lang="en-US" altLang="zh-CN" sz="1400">
              <a:solidFill>
                <a:srgbClr val="000000"/>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0912" y="274864"/>
            <a:ext cx="10754686"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830915" y="1600200"/>
            <a:ext cx="5290260" cy="45257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5341" y="1600200"/>
            <a:ext cx="5290260" cy="45257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7909996" y="6402162"/>
            <a:ext cx="1409647" cy="1102179"/>
          </a:xfrm>
          <a:prstGeom prst="rect">
            <a:avLst/>
          </a:prstGeom>
        </p:spPr>
        <p:txBody>
          <a:bodyPr/>
          <a:lstStyle>
            <a:lvl1pPr>
              <a:defRPr/>
            </a:lvl1pPr>
          </a:lstStyle>
          <a:p>
            <a:pPr eaLnBrk="0" hangingPunct="0">
              <a:defRPr/>
            </a:pPr>
            <a:endParaRPr lang="en-GB" altLang="zh-CN" sz="1400">
              <a:solidFill>
                <a:srgbClr val="000000"/>
              </a:solidFill>
              <a:latin typeface="华文细黑" pitchFamily="2" charset="-122"/>
              <a:ea typeface="华文细黑" pitchFamily="2" charset="-122"/>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47170" y="764730"/>
            <a:ext cx="11763391" cy="73479"/>
            <a:chOff x="0" y="747"/>
            <a:chExt cx="5184" cy="21"/>
          </a:xfrm>
        </p:grpSpPr>
        <p:sp>
          <p:nvSpPr>
            <p:cNvPr id="6" name="Line 39"/>
            <p:cNvSpPr>
              <a:spLocks noChangeShapeType="1"/>
            </p:cNvSpPr>
            <p:nvPr/>
          </p:nvSpPr>
          <p:spPr bwMode="auto">
            <a:xfrm flipH="1">
              <a:off x="0" y="747"/>
              <a:ext cx="5184" cy="0"/>
            </a:xfrm>
            <a:prstGeom prst="line">
              <a:avLst/>
            </a:prstGeom>
            <a:noFill/>
            <a:ln w="19050">
              <a:solidFill>
                <a:srgbClr val="B2B2B2"/>
              </a:solidFill>
              <a:round/>
              <a:headEnd/>
              <a:tailEnd/>
            </a:ln>
          </p:spPr>
          <p:txBody>
            <a:bodyPr/>
            <a:lstStyle/>
            <a:p>
              <a:pPr>
                <a:defRPr/>
              </a:pPr>
              <a:endParaRPr lang="zh-CN" altLang="en-US" sz="1600" dirty="0">
                <a:solidFill>
                  <a:prstClr val="white"/>
                </a:solidFill>
                <a:latin typeface="FrutigerNext LT Regular" pitchFamily="34" charset="0"/>
                <a:ea typeface="ＭＳ Ｐゴシック" pitchFamily="34" charset="-128"/>
              </a:endParaRPr>
            </a:p>
          </p:txBody>
        </p:sp>
        <p:sp>
          <p:nvSpPr>
            <p:cNvPr id="7" name="Line 40"/>
            <p:cNvSpPr>
              <a:spLocks noChangeShapeType="1"/>
            </p:cNvSpPr>
            <p:nvPr/>
          </p:nvSpPr>
          <p:spPr bwMode="auto">
            <a:xfrm>
              <a:off x="0" y="768"/>
              <a:ext cx="2285" cy="0"/>
            </a:xfrm>
            <a:prstGeom prst="line">
              <a:avLst/>
            </a:prstGeom>
            <a:noFill/>
            <a:ln w="76200">
              <a:solidFill>
                <a:srgbClr val="B2B2B2"/>
              </a:solidFill>
              <a:round/>
              <a:headEnd/>
              <a:tailEnd/>
            </a:ln>
          </p:spPr>
          <p:txBody>
            <a:bodyPr/>
            <a:lstStyle/>
            <a:p>
              <a:pPr>
                <a:defRPr/>
              </a:pPr>
              <a:endParaRPr lang="zh-CN" altLang="en-US" sz="1600" dirty="0">
                <a:solidFill>
                  <a:prstClr val="white"/>
                </a:solidFill>
                <a:latin typeface="FrutigerNext LT Regular" pitchFamily="34" charset="0"/>
                <a:ea typeface="ＭＳ Ｐゴシック" pitchFamily="34" charset="-128"/>
              </a:endParaRPr>
            </a:p>
          </p:txBody>
        </p:sp>
      </p:grpSp>
      <p:sp>
        <p:nvSpPr>
          <p:cNvPr id="3" name="内容占位符 2"/>
          <p:cNvSpPr>
            <a:spLocks noGrp="1"/>
          </p:cNvSpPr>
          <p:nvPr>
            <p:ph sz="half" idx="1"/>
          </p:nvPr>
        </p:nvSpPr>
        <p:spPr>
          <a:xfrm>
            <a:off x="870183" y="1641482"/>
            <a:ext cx="5185065" cy="4194175"/>
          </a:xfrm>
        </p:spPr>
        <p:txBody>
          <a:bodyPr/>
          <a:lstStyle>
            <a:lvl1pPr>
              <a:defRPr sz="33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82"/>
            <a:ext cx="5187184" cy="4194175"/>
          </a:xfrm>
        </p:spPr>
        <p:txBody>
          <a:bodyPr/>
          <a:lstStyle>
            <a:lvl1pPr>
              <a:defRPr sz="33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0"/>
          </p:nvPr>
        </p:nvSpPr>
        <p:spPr>
          <a:xfrm>
            <a:off x="8483289" y="6489255"/>
            <a:ext cx="2797525" cy="455839"/>
          </a:xfrm>
          <a:prstGeom prst="rect">
            <a:avLst/>
          </a:prstGeom>
        </p:spPr>
        <p:txBody>
          <a:bodyPr vert="horz" wrap="square" lIns="106674" tIns="53337" rIns="106674" bIns="53337" numCol="1" anchor="t" anchorCtr="0" compatLnSpc="1">
            <a:prstTxWarp prst="textNoShape">
              <a:avLst/>
            </a:prstTxWarp>
          </a:bodyPr>
          <a:lstStyle>
            <a:lvl1pPr eaLnBrk="1" hangingPunct="1">
              <a:defRPr sz="1600" smtClean="0">
                <a:solidFill>
                  <a:srgbClr val="FFFFFF"/>
                </a:solidFill>
                <a:latin typeface="FrutigerNext LT Regular"/>
                <a:ea typeface="MS PGothic" pitchFamily="34" charset="-128"/>
              </a:defRPr>
            </a:lvl1pPr>
          </a:lstStyle>
          <a:p>
            <a:pPr>
              <a:defRPr/>
            </a:pPr>
            <a:endParaRPr lang="en-GB"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657"/>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16"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charset="0"/>
                <a:ea typeface="ＭＳ Ｐゴシック" pitchFamily="34" charset="-128"/>
              </a:rPr>
              <a:t>HUAWEI TECHNOLOGIES CO., LTD.</a:t>
            </a:r>
            <a:endParaRPr lang="en-US" altLang="zh-CN" sz="2200">
              <a:solidFill>
                <a:srgbClr val="000000"/>
              </a:solidFill>
              <a:ea typeface="ＭＳ Ｐゴシック" pitchFamily="34" charset="-128"/>
            </a:endParaRPr>
          </a:p>
        </p:txBody>
      </p:sp>
      <p:sp>
        <p:nvSpPr>
          <p:cNvPr id="7"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a:ea typeface="ＭＳ Ｐゴシック" pitchFamily="34" charset="-128"/>
              </a:rPr>
              <a:t>www.huawei.com</a:t>
            </a:r>
          </a:p>
        </p:txBody>
      </p:sp>
      <p:sp>
        <p:nvSpPr>
          <p:cNvPr id="8" name="Rectangle 23"/>
          <p:cNvSpPr>
            <a:spLocks noChangeArrowheads="1"/>
          </p:cNvSpPr>
          <p:nvPr/>
        </p:nvSpPr>
        <p:spPr bwMode="auto">
          <a:xfrm>
            <a:off x="5314260"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25"/>
          <p:cNvSpPr>
            <a:spLocks noChangeArrowheads="1"/>
          </p:cNvSpPr>
          <p:nvPr/>
        </p:nvSpPr>
        <p:spPr bwMode="auto">
          <a:xfrm>
            <a:off x="9059617"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a:ea typeface="ＭＳ Ｐゴシック" pitchFamily="34" charset="-128"/>
              </a:rPr>
              <a:t>Security Level:</a:t>
            </a:r>
            <a:r>
              <a:rPr lang="zh-CN" altLang="en-US" sz="1400" b="1">
                <a:solidFill>
                  <a:srgbClr val="666666"/>
                </a:solidFill>
                <a:latin typeface="FrutigerNext LT Regular"/>
                <a:ea typeface="ＭＳ Ｐゴシック"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rPr>
              <a:t>英文标题</a:t>
            </a:r>
            <a:r>
              <a:rPr lang="en-US" altLang="zh-CN" sz="1100">
                <a:solidFill>
                  <a:srgbClr val="FFFFFF"/>
                </a:solidFill>
              </a:rPr>
              <a:t>:40-47pt  </a:t>
            </a:r>
          </a:p>
          <a:p>
            <a:pPr algn="r" defTabSz="801688" eaLnBrk="0" hangingPunct="0">
              <a:lnSpc>
                <a:spcPct val="125000"/>
              </a:lnSpc>
              <a:defRPr/>
            </a:pPr>
            <a:r>
              <a:rPr lang="zh-CN" altLang="en-US" sz="1100">
                <a:solidFill>
                  <a:srgbClr val="FFFFFF"/>
                </a:solidFill>
              </a:rPr>
              <a:t>副标题</a:t>
            </a:r>
            <a:r>
              <a:rPr lang="en-US" altLang="zh-CN" sz="1100">
                <a:solidFill>
                  <a:srgbClr val="FFFFFF"/>
                </a:solidFill>
              </a:rPr>
              <a:t>:26-30pt</a:t>
            </a:r>
          </a:p>
          <a:p>
            <a:pPr algn="r" defTabSz="801688" eaLnBrk="0" hangingPunct="0">
              <a:lnSpc>
                <a:spcPct val="125000"/>
              </a:lnSpc>
              <a:defRPr/>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defRPr/>
            </a:pPr>
            <a:r>
              <a:rPr lang="zh-CN" altLang="en-US" sz="1100">
                <a:solidFill>
                  <a:srgbClr val="FFFFFF"/>
                </a:solidFill>
              </a:rPr>
              <a:t>内部使用字体 </a:t>
            </a:r>
            <a:r>
              <a:rPr lang="en-US" altLang="zh-CN" sz="1100">
                <a:solidFill>
                  <a:srgbClr val="FFFFFF"/>
                </a:solidFill>
              </a:rPr>
              <a:t>:</a:t>
            </a:r>
          </a:p>
          <a:p>
            <a:pPr algn="r" defTabSz="801688" eaLnBrk="0" hangingPunct="0">
              <a:lnSpc>
                <a:spcPct val="125000"/>
              </a:lnSpc>
              <a:defRPr/>
            </a:pPr>
            <a:r>
              <a:rPr lang="en-US" altLang="zh-CN" sz="1100">
                <a:solidFill>
                  <a:srgbClr val="FFFFFF"/>
                </a:solidFill>
              </a:rPr>
              <a:t>FrutigerNext LT Medium</a:t>
            </a:r>
          </a:p>
          <a:p>
            <a:pPr algn="r" defTabSz="801688" eaLnBrk="0" hangingPunct="0">
              <a:lnSpc>
                <a:spcPct val="125000"/>
              </a:lnSpc>
              <a:defRPr/>
            </a:pPr>
            <a:r>
              <a:rPr lang="zh-CN" altLang="en-US" sz="1100">
                <a:solidFill>
                  <a:srgbClr val="FFFFFF"/>
                </a:solidFill>
              </a:rPr>
              <a:t>外部使用字体 </a:t>
            </a:r>
            <a:r>
              <a:rPr lang="en-US" altLang="zh-CN" sz="1100">
                <a:solidFill>
                  <a:srgbClr val="FFFFFF"/>
                </a:solidFill>
              </a:rPr>
              <a:t>: Arial</a:t>
            </a: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r>
              <a:rPr lang="zh-CN" altLang="en-US" sz="1100">
                <a:solidFill>
                  <a:srgbClr val="FFFFFF"/>
                </a:solidFill>
              </a:rPr>
              <a:t>中文标题</a:t>
            </a:r>
            <a:r>
              <a:rPr lang="en-US" altLang="zh-CN" sz="1100">
                <a:solidFill>
                  <a:srgbClr val="FFFFFF"/>
                </a:solidFill>
              </a:rPr>
              <a:t>:35-47pt</a:t>
            </a:r>
          </a:p>
          <a:p>
            <a:pPr algn="r" defTabSz="801688" eaLnBrk="0" hangingPunct="0">
              <a:lnSpc>
                <a:spcPct val="125000"/>
              </a:lnSpc>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eaLnBrk="0" hangingPunct="0">
              <a:lnSpc>
                <a:spcPct val="125000"/>
              </a:lnSpc>
              <a:defRPr/>
            </a:pPr>
            <a:r>
              <a:rPr lang="en-US" altLang="zh-CN" sz="1100">
                <a:solidFill>
                  <a:srgbClr val="FFFFFF"/>
                </a:solidFill>
              </a:rPr>
              <a:t>  </a:t>
            </a:r>
            <a:r>
              <a:rPr lang="zh-CN" altLang="en-US" sz="1100">
                <a:solidFill>
                  <a:srgbClr val="FFFFFF"/>
                </a:solidFill>
              </a:rPr>
              <a:t>副标题</a:t>
            </a:r>
            <a:r>
              <a:rPr lang="en-US" altLang="zh-CN" sz="1100">
                <a:solidFill>
                  <a:srgbClr val="FFFFFF"/>
                </a:solidFill>
              </a:rPr>
              <a:t>:24-28pt</a:t>
            </a:r>
            <a:endParaRPr lang="zh-CN" altLang="en-US" sz="1100">
              <a:solidFill>
                <a:srgbClr val="FFFFFF"/>
              </a:solidFill>
            </a:endParaRPr>
          </a:p>
          <a:p>
            <a:pPr algn="r" defTabSz="801688" eaLnBrk="0" hangingPunct="0">
              <a:lnSpc>
                <a:spcPct val="125000"/>
              </a:lnSpc>
              <a:defRPr/>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spcBef>
                <a:spcPct val="50000"/>
              </a:spcBef>
              <a:defRPr/>
            </a:pPr>
            <a:endParaRPr lang="zh-CN" altLang="en-US" sz="1100">
              <a:solidFill>
                <a:srgbClr val="000000"/>
              </a:solidFill>
            </a:endParaRPr>
          </a:p>
        </p:txBody>
      </p:sp>
      <p:sp>
        <p:nvSpPr>
          <p:cNvPr id="44047" name="Rectangle 15"/>
          <p:cNvSpPr>
            <a:spLocks noGrp="1" noChangeArrowheads="1"/>
          </p:cNvSpPr>
          <p:nvPr>
            <p:ph type="ctrTitle" sz="quarter"/>
          </p:nvPr>
        </p:nvSpPr>
        <p:spPr>
          <a:xfrm>
            <a:off x="849007" y="1392242"/>
            <a:ext cx="7073624" cy="1666875"/>
          </a:xfrm>
        </p:spPr>
        <p:txBody>
          <a:bodyPr/>
          <a:lstStyle>
            <a:lvl1pPr>
              <a:defRPr sz="39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40" y="4406969"/>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4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9"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3"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0"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0"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21"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021"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9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7"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99" y="1435102"/>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1"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3"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527" y="430213"/>
            <a:ext cx="10287561"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870179"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3" y="1641475"/>
            <a:ext cx="5187184"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527" y="430213"/>
            <a:ext cx="10287561"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870179"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58503" y="1641475"/>
            <a:ext cx="5187184" cy="20208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58503" y="3814764"/>
            <a:ext cx="5187184" cy="20208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133" y="333375"/>
            <a:ext cx="10755467" cy="871538"/>
          </a:xfrm>
        </p:spPr>
        <p:txBody>
          <a:bodyPr/>
          <a:lstStyle/>
          <a:p>
            <a:r>
              <a:rPr lang="zh-CN" altLang="en-US"/>
              <a:t>单击此处编辑母版标题样式</a:t>
            </a:r>
          </a:p>
        </p:txBody>
      </p:sp>
      <p:sp>
        <p:nvSpPr>
          <p:cNvPr id="3" name="表格占位符 2"/>
          <p:cNvSpPr>
            <a:spLocks noGrp="1"/>
          </p:cNvSpPr>
          <p:nvPr>
            <p:ph type="tbl" idx="1"/>
          </p:nvPr>
        </p:nvSpPr>
        <p:spPr>
          <a:xfrm>
            <a:off x="865984" y="1444628"/>
            <a:ext cx="10700419" cy="4759325"/>
          </a:xfrm>
        </p:spPr>
        <p:txBody>
          <a:bodyPr/>
          <a:lstStyle/>
          <a:p>
            <a:pPr lvl="0"/>
            <a:endParaRPr lang="zh-CN" altLang="en-US" noProof="0"/>
          </a:p>
        </p:txBody>
      </p:sp>
      <p:sp>
        <p:nvSpPr>
          <p:cNvPr id="4" name="日期占位符 3"/>
          <p:cNvSpPr>
            <a:spLocks noGrp="1"/>
          </p:cNvSpPr>
          <p:nvPr>
            <p:ph type="dt" sz="half" idx="10"/>
          </p:nvPr>
        </p:nvSpPr>
        <p:spPr/>
        <p:txBody>
          <a:bodyPr/>
          <a:lstStyle>
            <a:lvl1pPr>
              <a:spcBef>
                <a:spcPct val="20000"/>
              </a:spcBef>
              <a:buSzPct val="40000"/>
              <a:buFont typeface="Wingdings" pitchFamily="2" charset="2"/>
              <a:buChar char="p"/>
              <a:defRPr>
                <a:latin typeface="FrutigerNext LT Bold" pitchFamily="1" charset="0"/>
                <a:ea typeface="华文细黑" pitchFamily="2" charset="-122"/>
              </a:defRPr>
            </a:lvl1pPr>
          </a:lstStyle>
          <a:p>
            <a:pPr>
              <a:defRPr/>
            </a:pPr>
            <a:endParaRPr lang="en-GB" altLang="zh-CN">
              <a:solidFill>
                <a:srgbClr val="000000"/>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4041" name="Picture 9" descr="Logo"/>
          <p:cNvPicPr preferRelativeResize="0">
            <a:picLocks noChangeArrowheads="1"/>
          </p:cNvPicPr>
          <p:nvPr/>
        </p:nvPicPr>
        <p:blipFill>
          <a:blip r:embed="rId2" cstate="print"/>
          <a:srcRect/>
          <a:stretch>
            <a:fillRect/>
          </a:stretch>
        </p:blipFill>
        <p:spPr bwMode="auto">
          <a:xfrm>
            <a:off x="10014445" y="5589615"/>
            <a:ext cx="1018382" cy="763587"/>
          </a:xfrm>
          <a:prstGeom prst="rect">
            <a:avLst/>
          </a:prstGeom>
          <a:noFill/>
          <a:ln w="9525">
            <a:noFill/>
            <a:miter lim="800000"/>
            <a:headEnd/>
            <a:tailEnd/>
          </a:ln>
        </p:spPr>
      </p:pic>
      <p:pic>
        <p:nvPicPr>
          <p:cNvPr id="44042"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p:spPr>
      </p:pic>
      <p:sp>
        <p:nvSpPr>
          <p:cNvPr id="44047" name="Rectangle 15"/>
          <p:cNvSpPr>
            <a:spLocks noGrp="1" noChangeArrowheads="1"/>
          </p:cNvSpPr>
          <p:nvPr>
            <p:ph type="ctrTitle" sz="quarter"/>
          </p:nvPr>
        </p:nvSpPr>
        <p:spPr>
          <a:xfrm>
            <a:off x="849007" y="1392242"/>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44052" name="Text Box 20"/>
          <p:cNvSpPr txBox="1">
            <a:spLocks noChangeArrowheads="1"/>
          </p:cNvSpPr>
          <p:nvPr/>
        </p:nvSpPr>
        <p:spPr bwMode="auto">
          <a:xfrm>
            <a:off x="870194"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TECHNOLOGIES CO., LTD.</a:t>
            </a:r>
            <a:endParaRPr lang="en-US" altLang="zh-CN" sz="2200" dirty="0">
              <a:solidFill>
                <a:srgbClr val="000000"/>
              </a:solidFill>
              <a:ea typeface="ＭＳ Ｐゴシック" pitchFamily="34" charset="-128"/>
            </a:endParaRPr>
          </a:p>
        </p:txBody>
      </p:sp>
      <p:sp>
        <p:nvSpPr>
          <p:cNvPr id="44054"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FFFFFF"/>
                </a:solidFill>
                <a:latin typeface="FrutigerNext LT Regular" pitchFamily="34" charset="0"/>
                <a:ea typeface="ＭＳ Ｐゴシック" pitchFamily="34" charset="-128"/>
              </a:rPr>
              <a:t>www.huawei.com</a:t>
            </a:r>
          </a:p>
        </p:txBody>
      </p:sp>
      <p:sp>
        <p:nvSpPr>
          <p:cNvPr id="44055" name="Rectangle 23"/>
          <p:cNvSpPr>
            <a:spLocks noChangeArrowheads="1"/>
          </p:cNvSpPr>
          <p:nvPr/>
        </p:nvSpPr>
        <p:spPr bwMode="auto">
          <a:xfrm>
            <a:off x="5314234"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Confidential </a:t>
            </a:r>
          </a:p>
        </p:txBody>
      </p:sp>
      <p:sp>
        <p:nvSpPr>
          <p:cNvPr id="44057" name="Rectangle 25"/>
          <p:cNvSpPr>
            <a:spLocks noChangeArrowheads="1"/>
          </p:cNvSpPr>
          <p:nvPr/>
        </p:nvSpPr>
        <p:spPr bwMode="auto">
          <a:xfrm>
            <a:off x="9059593"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400" b="1">
                <a:solidFill>
                  <a:srgbClr val="666666"/>
                </a:solidFill>
                <a:latin typeface="FrutigerNext LT Regular" pitchFamily="34" charset="0"/>
                <a:ea typeface="ＭＳ Ｐゴシック" pitchFamily="34" charset="-128"/>
              </a:rPr>
              <a:t>Security Level:</a:t>
            </a:r>
            <a:r>
              <a:rPr lang="zh-CN" altLang="en-US" sz="1400" b="1">
                <a:solidFill>
                  <a:srgbClr val="666666"/>
                </a:solidFill>
                <a:latin typeface="FrutigerNext LT Regular" pitchFamily="34" charset="0"/>
                <a:ea typeface="ＭＳ Ｐゴシック" pitchFamily="34" charset="-128"/>
              </a:rPr>
              <a:t> </a:t>
            </a:r>
          </a:p>
        </p:txBody>
      </p:sp>
      <p:sp>
        <p:nvSpPr>
          <p:cNvPr id="44058" name="Rectangle 26"/>
          <p:cNvSpPr>
            <a:spLocks noGrp="1" noChangeArrowheads="1"/>
          </p:cNvSpPr>
          <p:nvPr>
            <p:ph type="dt" sz="quarter" idx="2"/>
          </p:nvPr>
        </p:nvSpPr>
        <p:spPr>
          <a:xfrm>
            <a:off x="912521" y="282575"/>
            <a:ext cx="2845541" cy="474663"/>
          </a:xfrm>
        </p:spPr>
        <p:txBody>
          <a:bodyPr lIns="80139" tIns="40069" rIns="80139" bIns="40069"/>
          <a:lstStyle>
            <a:lvl1pPr>
              <a:lnSpc>
                <a:spcPct val="100000"/>
              </a:lnSpc>
              <a:defRPr>
                <a:latin typeface="+mn-lt"/>
              </a:defRPr>
            </a:lvl1pPr>
          </a:lstStyle>
          <a:p>
            <a:endParaRPr lang="en-US" altLang="zh-CN">
              <a:solidFill>
                <a:srgbClr val="000000"/>
              </a:solidFill>
            </a:endParaRPr>
          </a:p>
        </p:txBody>
      </p:sp>
      <p:sp>
        <p:nvSpPr>
          <p:cNvPr id="44098"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pPr>
            <a:r>
              <a:rPr lang="zh-CN" altLang="en-US" sz="1100">
                <a:solidFill>
                  <a:srgbClr val="FFFFFF"/>
                </a:solidFill>
              </a:rPr>
              <a:t>英文标题</a:t>
            </a:r>
            <a:r>
              <a:rPr lang="en-US" altLang="zh-CN" sz="1100">
                <a:solidFill>
                  <a:srgbClr val="FFFFFF"/>
                </a:solidFill>
              </a:rPr>
              <a:t>:40-47pt  </a:t>
            </a:r>
          </a:p>
          <a:p>
            <a:pPr algn="r" defTabSz="801688" eaLnBrk="0" hangingPunct="0">
              <a:lnSpc>
                <a:spcPct val="125000"/>
              </a:lnSpc>
            </a:pPr>
            <a:r>
              <a:rPr lang="zh-CN" altLang="en-US" sz="1100">
                <a:solidFill>
                  <a:srgbClr val="FFFFFF"/>
                </a:solidFill>
              </a:rPr>
              <a:t>副标题</a:t>
            </a:r>
            <a:r>
              <a:rPr lang="en-US" altLang="zh-CN" sz="1100">
                <a:solidFill>
                  <a:srgbClr val="FFFFFF"/>
                </a:solidFill>
              </a:rPr>
              <a:t>:26-30pt</a:t>
            </a:r>
          </a:p>
          <a:p>
            <a:pPr algn="r" defTabSz="801688" eaLnBrk="0" hangingPunct="0">
              <a:lnSpc>
                <a:spcPct val="125000"/>
              </a:lnSpc>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pPr>
            <a:r>
              <a:rPr lang="zh-CN" altLang="en-US" sz="1100">
                <a:solidFill>
                  <a:srgbClr val="FFFFFF"/>
                </a:solidFill>
              </a:rPr>
              <a:t>内部使用字体 </a:t>
            </a:r>
            <a:r>
              <a:rPr lang="en-US" altLang="zh-CN" sz="1100">
                <a:solidFill>
                  <a:srgbClr val="FFFFFF"/>
                </a:solidFill>
              </a:rPr>
              <a:t>:</a:t>
            </a:r>
          </a:p>
          <a:p>
            <a:pPr algn="r" defTabSz="801688" eaLnBrk="0" hangingPunct="0">
              <a:lnSpc>
                <a:spcPct val="125000"/>
              </a:lnSpc>
            </a:pPr>
            <a:r>
              <a:rPr lang="en-US" altLang="zh-CN" sz="1100">
                <a:solidFill>
                  <a:srgbClr val="FFFFFF"/>
                </a:solidFill>
              </a:rPr>
              <a:t>FrutigerNext LT Medium</a:t>
            </a:r>
          </a:p>
          <a:p>
            <a:pPr algn="r" defTabSz="801688" eaLnBrk="0" hangingPunct="0">
              <a:lnSpc>
                <a:spcPct val="125000"/>
              </a:lnSpc>
            </a:pPr>
            <a:r>
              <a:rPr lang="zh-CN" altLang="en-US" sz="1100">
                <a:solidFill>
                  <a:srgbClr val="FFFFFF"/>
                </a:solidFill>
              </a:rPr>
              <a:t>外部使用字体 </a:t>
            </a:r>
            <a:r>
              <a:rPr lang="en-US" altLang="zh-CN" sz="1100">
                <a:solidFill>
                  <a:srgbClr val="FFFFFF"/>
                </a:solidFill>
              </a:rPr>
              <a:t>: Arial</a:t>
            </a: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r>
              <a:rPr lang="zh-CN" altLang="en-US" sz="1100">
                <a:solidFill>
                  <a:srgbClr val="FFFFFF"/>
                </a:solidFill>
              </a:rPr>
              <a:t>中文标题</a:t>
            </a:r>
            <a:r>
              <a:rPr lang="en-US" altLang="zh-CN" sz="1100">
                <a:solidFill>
                  <a:srgbClr val="FFFFFF"/>
                </a:solidFill>
              </a:rPr>
              <a:t>:35-47pt</a:t>
            </a:r>
          </a:p>
          <a:p>
            <a:pPr algn="r" defTabSz="801688" eaLnBrk="0" hangingPunct="0">
              <a:lnSpc>
                <a:spcPct val="125000"/>
              </a:lnSpc>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eaLnBrk="0" hangingPunct="0">
              <a:lnSpc>
                <a:spcPct val="125000"/>
              </a:lnSpc>
            </a:pPr>
            <a:r>
              <a:rPr lang="en-US" altLang="zh-CN" sz="1100">
                <a:solidFill>
                  <a:srgbClr val="FFFFFF"/>
                </a:solidFill>
              </a:rPr>
              <a:t>  </a:t>
            </a:r>
            <a:r>
              <a:rPr lang="zh-CN" altLang="en-US" sz="1100">
                <a:solidFill>
                  <a:srgbClr val="FFFFFF"/>
                </a:solidFill>
              </a:rPr>
              <a:t>副标题</a:t>
            </a:r>
            <a:r>
              <a:rPr lang="en-US" altLang="zh-CN" sz="1100">
                <a:solidFill>
                  <a:srgbClr val="FFFFFF"/>
                </a:solidFill>
              </a:rPr>
              <a:t>:24-28pt</a:t>
            </a:r>
            <a:endParaRPr lang="zh-CN" altLang="en-US" sz="1100">
              <a:solidFill>
                <a:srgbClr val="FFFFFF"/>
              </a:solidFill>
            </a:endParaRPr>
          </a:p>
          <a:p>
            <a:pPr algn="r" defTabSz="801688" eaLnBrk="0" hangingPunct="0">
              <a:lnSpc>
                <a:spcPct val="125000"/>
              </a:lnSpc>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spcBef>
                <a:spcPct val="50000"/>
              </a:spcBef>
            </a:pPr>
            <a:endParaRPr lang="zh-CN" altLang="en-US" sz="1100">
              <a:solidFill>
                <a:srgbClr val="000000"/>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
        <p:nvSpPr>
          <p:cNvPr id="6" name="Line 39"/>
          <p:cNvSpPr>
            <a:spLocks noChangeShapeType="1"/>
          </p:cNvSpPr>
          <p:nvPr userDrawn="1"/>
        </p:nvSpPr>
        <p:spPr bwMode="auto">
          <a:xfrm flipH="1">
            <a:off x="5" y="765175"/>
            <a:ext cx="11763263" cy="0"/>
          </a:xfrm>
          <a:prstGeom prst="line">
            <a:avLst/>
          </a:prstGeom>
          <a:noFill/>
          <a:ln w="1905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
        <p:nvSpPr>
          <p:cNvPr id="7" name="Line 40"/>
          <p:cNvSpPr>
            <a:spLocks noChangeShapeType="1"/>
          </p:cNvSpPr>
          <p:nvPr userDrawn="1"/>
        </p:nvSpPr>
        <p:spPr bwMode="auto">
          <a:xfrm>
            <a:off x="3" y="838200"/>
            <a:ext cx="5185003" cy="0"/>
          </a:xfrm>
          <a:prstGeom prst="line">
            <a:avLst/>
          </a:prstGeom>
          <a:noFill/>
          <a:ln w="7620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40" y="4406927"/>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4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70179"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9"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grpSp>
        <p:nvGrpSpPr>
          <p:cNvPr id="2" name="Group 38"/>
          <p:cNvGrpSpPr>
            <a:grpSpLocks/>
          </p:cNvGrpSpPr>
          <p:nvPr userDrawn="1"/>
        </p:nvGrpSpPr>
        <p:grpSpPr bwMode="auto">
          <a:xfrm>
            <a:off x="47342" y="764731"/>
            <a:ext cx="11763263" cy="73025"/>
            <a:chOff x="0" y="747"/>
            <a:chExt cx="5184" cy="21"/>
          </a:xfrm>
        </p:grpSpPr>
        <p:sp>
          <p:nvSpPr>
            <p:cNvPr id="7" name="Line 39"/>
            <p:cNvSpPr>
              <a:spLocks noChangeShapeType="1"/>
            </p:cNvSpPr>
            <p:nvPr/>
          </p:nvSpPr>
          <p:spPr bwMode="auto">
            <a:xfrm flipH="1">
              <a:off x="0" y="747"/>
              <a:ext cx="5184" cy="0"/>
            </a:xfrm>
            <a:prstGeom prst="line">
              <a:avLst/>
            </a:prstGeom>
            <a:noFill/>
            <a:ln w="1905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
          <p:nvSpPr>
            <p:cNvPr id="8" name="Line 40"/>
            <p:cNvSpPr>
              <a:spLocks noChangeShapeType="1"/>
            </p:cNvSpPr>
            <p:nvPr/>
          </p:nvSpPr>
          <p:spPr bwMode="auto">
            <a:xfrm>
              <a:off x="0" y="768"/>
              <a:ext cx="2285" cy="0"/>
            </a:xfrm>
            <a:prstGeom prst="line">
              <a:avLst/>
            </a:prstGeom>
            <a:noFill/>
            <a:ln w="7620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0"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0"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92"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92"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75"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7"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75" y="1435102"/>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1"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3"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dt" sz="half" idx="10"/>
          </p:nvPr>
        </p:nvSpPr>
        <p:spPr>
          <a:xfrm>
            <a:off x="7908184" y="6400804"/>
            <a:ext cx="1409647" cy="1102179"/>
          </a:xfrm>
          <a:prstGeom prst="rect">
            <a:avLst/>
          </a:prstGeom>
          <a:ln/>
        </p:spPr>
        <p:txBody>
          <a:bodyPr/>
          <a:lstStyle>
            <a:lvl1pPr>
              <a:defRPr/>
            </a:lvl1pPr>
          </a:lstStyle>
          <a:p>
            <a:pPr>
              <a:buClr>
                <a:srgbClr val="CC9900"/>
              </a:buClr>
              <a:buFont typeface="Wingdings" pitchFamily="2" charset="2"/>
              <a:buChar char="n"/>
              <a:defRPr/>
            </a:pPr>
            <a:endParaRPr lang="en-GB" b="1">
              <a:solidFill>
                <a:prstClr val="black"/>
              </a:solidFill>
              <a:ea typeface="宋体" pitchFamily="2" charset="-122"/>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Logo"/>
          <p:cNvPicPr preferRelativeResize="0">
            <a:picLocks noChangeArrowheads="1"/>
          </p:cNvPicPr>
          <p:nvPr/>
        </p:nvPicPr>
        <p:blipFill>
          <a:blip r:embed="rId2" cstate="print"/>
          <a:srcRect/>
          <a:stretch>
            <a:fillRect/>
          </a:stretch>
        </p:blipFill>
        <p:spPr bwMode="auto">
          <a:xfrm>
            <a:off x="10014445" y="5589604"/>
            <a:ext cx="1018382" cy="763587"/>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2" y="782638"/>
            <a:ext cx="12195175" cy="3810000"/>
          </a:xfrm>
          <a:prstGeom prst="rect">
            <a:avLst/>
          </a:prstGeom>
          <a:noFill/>
          <a:ln w="9525">
            <a:noFill/>
            <a:miter lim="800000"/>
            <a:headEnd/>
            <a:tailEnd/>
          </a:ln>
        </p:spPr>
      </p:pic>
      <p:sp>
        <p:nvSpPr>
          <p:cNvPr id="6" name="Text Box 6"/>
          <p:cNvSpPr txBox="1">
            <a:spLocks noChangeArrowheads="1"/>
          </p:cNvSpPr>
          <p:nvPr/>
        </p:nvSpPr>
        <p:spPr bwMode="auto">
          <a:xfrm>
            <a:off x="870184"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7"/>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pitchFamily="34" charset="0"/>
                <a:ea typeface="ＭＳ Ｐゴシック" pitchFamily="34" charset="-128"/>
              </a:rPr>
              <a:t>www.huawei.com</a:t>
            </a:r>
          </a:p>
        </p:txBody>
      </p:sp>
      <p:sp>
        <p:nvSpPr>
          <p:cNvPr id="8" name="Rectangle 8"/>
          <p:cNvSpPr>
            <a:spLocks noChangeArrowheads="1"/>
          </p:cNvSpPr>
          <p:nvPr/>
        </p:nvSpPr>
        <p:spPr bwMode="auto">
          <a:xfrm>
            <a:off x="5314225"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9"/>
          <p:cNvSpPr>
            <a:spLocks noChangeArrowheads="1"/>
          </p:cNvSpPr>
          <p:nvPr/>
        </p:nvSpPr>
        <p:spPr bwMode="auto">
          <a:xfrm>
            <a:off x="9059584"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pitchFamily="34" charset="0"/>
                <a:ea typeface="ＭＳ Ｐゴシック" pitchFamily="34" charset="-128"/>
              </a:rPr>
              <a:t>Security Level:</a:t>
            </a:r>
            <a:r>
              <a:rPr lang="zh-CN" altLang="en-US" sz="1400" b="1">
                <a:solidFill>
                  <a:srgbClr val="666666"/>
                </a:solidFill>
                <a:latin typeface="FrutigerNext LT Regular" pitchFamily="34" charset="0"/>
                <a:ea typeface="ＭＳ Ｐゴシック" pitchFamily="34" charset="-128"/>
              </a:rPr>
              <a:t> </a:t>
            </a:r>
          </a:p>
        </p:txBody>
      </p:sp>
      <p:sp>
        <p:nvSpPr>
          <p:cNvPr id="10" name="Text Box 11"/>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ea typeface="华文细黑" pitchFamily="2" charset="-122"/>
              </a:rPr>
              <a:t>英文标题</a:t>
            </a:r>
            <a:r>
              <a:rPr lang="en-US" altLang="zh-CN" sz="1100">
                <a:solidFill>
                  <a:srgbClr val="FFFFFF"/>
                </a:solidFill>
                <a:ea typeface="华文细黑" pitchFamily="2" charset="-122"/>
              </a:rPr>
              <a:t>:40-47pt  </a:t>
            </a:r>
          </a:p>
          <a:p>
            <a:pPr algn="r" defTabSz="801688" eaLnBrk="0" hangingPunct="0">
              <a:lnSpc>
                <a:spcPct val="125000"/>
              </a:lnSpc>
              <a:defRPr/>
            </a:pPr>
            <a:r>
              <a:rPr lang="zh-CN" altLang="en-US" sz="1100">
                <a:solidFill>
                  <a:srgbClr val="FFFFFF"/>
                </a:solidFill>
                <a:ea typeface="华文细黑" pitchFamily="2" charset="-122"/>
              </a:rPr>
              <a:t>副标题</a:t>
            </a:r>
            <a:r>
              <a:rPr lang="en-US" altLang="zh-CN" sz="1100">
                <a:solidFill>
                  <a:srgbClr val="FFFFFF"/>
                </a:solidFill>
                <a:ea typeface="华文细黑" pitchFamily="2" charset="-122"/>
              </a:rPr>
              <a:t>:26-30pt</a:t>
            </a:r>
          </a:p>
          <a:p>
            <a:pPr algn="r" defTabSz="801688" eaLnBrk="0" hangingPunct="0">
              <a:lnSpc>
                <a:spcPct val="125000"/>
              </a:lnSpc>
              <a:defRPr/>
            </a:pPr>
            <a:r>
              <a:rPr lang="zh-CN" altLang="en-US" sz="1100">
                <a:solidFill>
                  <a:srgbClr val="FFFFFF"/>
                </a:solidFill>
                <a:ea typeface="华文细黑" pitchFamily="2" charset="-122"/>
              </a:rPr>
              <a:t>字体颜色</a:t>
            </a:r>
            <a:r>
              <a:rPr lang="en-US" altLang="zh-CN" sz="1100">
                <a:solidFill>
                  <a:srgbClr val="FFFFFF"/>
                </a:solidFill>
                <a:ea typeface="华文细黑" pitchFamily="2" charset="-122"/>
              </a:rPr>
              <a:t>:</a:t>
            </a:r>
            <a:r>
              <a:rPr lang="zh-CN" altLang="en-US" sz="1100">
                <a:solidFill>
                  <a:srgbClr val="FFFFFF"/>
                </a:solidFill>
                <a:ea typeface="华文细黑" pitchFamily="2" charset="-122"/>
              </a:rPr>
              <a:t>反白</a:t>
            </a:r>
          </a:p>
          <a:p>
            <a:pPr algn="r" defTabSz="801688" eaLnBrk="0" hangingPunct="0">
              <a:lnSpc>
                <a:spcPct val="125000"/>
              </a:lnSpc>
              <a:defRPr/>
            </a:pPr>
            <a:r>
              <a:rPr lang="zh-CN" altLang="en-US" sz="1100">
                <a:solidFill>
                  <a:srgbClr val="FFFFFF"/>
                </a:solidFill>
                <a:ea typeface="华文细黑" pitchFamily="2" charset="-122"/>
              </a:rPr>
              <a:t>内部使用字体 </a:t>
            </a:r>
            <a:r>
              <a:rPr lang="en-US" altLang="zh-CN" sz="1100">
                <a:solidFill>
                  <a:srgbClr val="FFFFFF"/>
                </a:solidFill>
                <a:ea typeface="华文细黑" pitchFamily="2" charset="-122"/>
              </a:rPr>
              <a:t>:</a:t>
            </a:r>
          </a:p>
          <a:p>
            <a:pPr algn="r" defTabSz="801688" eaLnBrk="0" hangingPunct="0">
              <a:lnSpc>
                <a:spcPct val="125000"/>
              </a:lnSpc>
              <a:defRPr/>
            </a:pPr>
            <a:r>
              <a:rPr lang="en-US" altLang="zh-CN" sz="1100">
                <a:solidFill>
                  <a:srgbClr val="FFFFFF"/>
                </a:solidFill>
                <a:ea typeface="华文细黑" pitchFamily="2" charset="-122"/>
              </a:rPr>
              <a:t>FrutigerNext LT Medium</a:t>
            </a:r>
          </a:p>
          <a:p>
            <a:pPr algn="r" defTabSz="801688" eaLnBrk="0" hangingPunct="0">
              <a:lnSpc>
                <a:spcPct val="125000"/>
              </a:lnSpc>
              <a:defRPr/>
            </a:pPr>
            <a:r>
              <a:rPr lang="zh-CN" altLang="en-US" sz="1100">
                <a:solidFill>
                  <a:srgbClr val="FFFFFF"/>
                </a:solidFill>
                <a:ea typeface="华文细黑" pitchFamily="2" charset="-122"/>
              </a:rPr>
              <a:t>外部使用字体 </a:t>
            </a:r>
            <a:r>
              <a:rPr lang="en-US" altLang="zh-CN" sz="1100">
                <a:solidFill>
                  <a:srgbClr val="FFFFFF"/>
                </a:solidFill>
                <a:ea typeface="华文细黑" pitchFamily="2" charset="-122"/>
              </a:rPr>
              <a:t>: Arial</a:t>
            </a: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r>
              <a:rPr lang="zh-CN" altLang="en-US" sz="1100">
                <a:solidFill>
                  <a:srgbClr val="FFFFFF"/>
                </a:solidFill>
                <a:ea typeface="华文细黑" pitchFamily="2" charset="-122"/>
              </a:rPr>
              <a:t>中文标题</a:t>
            </a:r>
            <a:r>
              <a:rPr lang="en-US" altLang="zh-CN" sz="1100">
                <a:solidFill>
                  <a:srgbClr val="FFFFFF"/>
                </a:solidFill>
                <a:ea typeface="华文细黑" pitchFamily="2" charset="-122"/>
              </a:rPr>
              <a:t>:35-47pt</a:t>
            </a:r>
          </a:p>
          <a:p>
            <a:pPr algn="r" defTabSz="801688" eaLnBrk="0" hangingPunct="0">
              <a:lnSpc>
                <a:spcPct val="125000"/>
              </a:lnSpc>
              <a:defRPr/>
            </a:pPr>
            <a:r>
              <a:rPr lang="zh-CN" altLang="en-US" sz="1100">
                <a:solidFill>
                  <a:srgbClr val="FFFFFF"/>
                </a:solidFill>
                <a:ea typeface="华文细黑" pitchFamily="2" charset="-122"/>
              </a:rPr>
              <a:t>字体</a:t>
            </a:r>
            <a:r>
              <a:rPr lang="en-US" altLang="zh-CN" sz="1100">
                <a:solidFill>
                  <a:srgbClr val="FFFFFF"/>
                </a:solidFill>
                <a:ea typeface="华文细黑" pitchFamily="2" charset="-122"/>
              </a:rPr>
              <a:t>:</a:t>
            </a:r>
            <a:r>
              <a:rPr lang="zh-CN" altLang="en-US" sz="1100">
                <a:solidFill>
                  <a:srgbClr val="FFFFFF"/>
                </a:solidFill>
                <a:ea typeface="华文细黑" pitchFamily="2" charset="-122"/>
              </a:rPr>
              <a:t>黑体</a:t>
            </a:r>
          </a:p>
          <a:p>
            <a:pPr algn="r" defTabSz="801688" eaLnBrk="0" hangingPunct="0">
              <a:lnSpc>
                <a:spcPct val="125000"/>
              </a:lnSpc>
              <a:defRPr/>
            </a:pPr>
            <a:r>
              <a:rPr lang="en-US" altLang="zh-CN" sz="1100">
                <a:solidFill>
                  <a:srgbClr val="FFFFFF"/>
                </a:solidFill>
                <a:ea typeface="华文细黑" pitchFamily="2" charset="-122"/>
              </a:rPr>
              <a:t>  </a:t>
            </a:r>
            <a:r>
              <a:rPr lang="zh-CN" altLang="en-US" sz="1100">
                <a:solidFill>
                  <a:srgbClr val="FFFFFF"/>
                </a:solidFill>
                <a:ea typeface="华文细黑" pitchFamily="2" charset="-122"/>
              </a:rPr>
              <a:t>副标题</a:t>
            </a:r>
            <a:r>
              <a:rPr lang="en-US" altLang="zh-CN" sz="1100">
                <a:solidFill>
                  <a:srgbClr val="FFFFFF"/>
                </a:solidFill>
                <a:ea typeface="华文细黑" pitchFamily="2" charset="-122"/>
              </a:rPr>
              <a:t>:24-28pt</a:t>
            </a:r>
            <a:endParaRPr lang="zh-CN" altLang="en-US" sz="1100">
              <a:solidFill>
                <a:srgbClr val="FFFFFF"/>
              </a:solidFill>
              <a:ea typeface="华文细黑" pitchFamily="2" charset="-122"/>
            </a:endParaRPr>
          </a:p>
          <a:p>
            <a:pPr algn="r" defTabSz="801688" eaLnBrk="0" hangingPunct="0">
              <a:lnSpc>
                <a:spcPct val="125000"/>
              </a:lnSpc>
              <a:defRPr/>
            </a:pPr>
            <a:r>
              <a:rPr lang="zh-CN" altLang="en-US" sz="1100">
                <a:solidFill>
                  <a:srgbClr val="FFFFFF"/>
                </a:solidFill>
                <a:ea typeface="华文细黑" pitchFamily="2" charset="-122"/>
              </a:rPr>
              <a:t>字体颜色</a:t>
            </a:r>
            <a:r>
              <a:rPr lang="en-US" altLang="zh-CN" sz="1100">
                <a:solidFill>
                  <a:srgbClr val="FFFFFF"/>
                </a:solidFill>
                <a:ea typeface="华文细黑" pitchFamily="2" charset="-122"/>
              </a:rPr>
              <a:t>:</a:t>
            </a:r>
            <a:r>
              <a:rPr lang="zh-CN" altLang="en-US" sz="1100">
                <a:solidFill>
                  <a:srgbClr val="FFFFFF"/>
                </a:solidFill>
                <a:ea typeface="华文细黑" pitchFamily="2" charset="-122"/>
              </a:rPr>
              <a:t>反白</a:t>
            </a:r>
          </a:p>
          <a:p>
            <a:pPr algn="r" defTabSz="801688" eaLnBrk="0" hangingPunct="0">
              <a:lnSpc>
                <a:spcPct val="125000"/>
              </a:lnSpc>
              <a:defRPr/>
            </a:pPr>
            <a:r>
              <a:rPr lang="zh-CN" altLang="en-US" sz="1100">
                <a:solidFill>
                  <a:srgbClr val="FFFFFF"/>
                </a:solidFill>
                <a:ea typeface="华文细黑" pitchFamily="2" charset="-122"/>
              </a:rPr>
              <a:t>字体</a:t>
            </a:r>
            <a:r>
              <a:rPr lang="en-US" altLang="zh-CN" sz="1100">
                <a:solidFill>
                  <a:srgbClr val="FFFFFF"/>
                </a:solidFill>
                <a:ea typeface="华文细黑" pitchFamily="2" charset="-122"/>
              </a:rPr>
              <a:t>:</a:t>
            </a:r>
            <a:r>
              <a:rPr lang="zh-CN" altLang="en-US" sz="1100">
                <a:solidFill>
                  <a:srgbClr val="FFFFFF"/>
                </a:solidFill>
                <a:ea typeface="华文细黑" pitchFamily="2" charset="-122"/>
              </a:rPr>
              <a:t>细黑体</a:t>
            </a: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spcBef>
                <a:spcPct val="50000"/>
              </a:spcBef>
              <a:defRPr/>
            </a:pPr>
            <a:endParaRPr lang="zh-CN" altLang="en-US" sz="1100">
              <a:solidFill>
                <a:srgbClr val="000000"/>
              </a:solidFill>
              <a:ea typeface="华文细黑" pitchFamily="2" charset="-122"/>
            </a:endParaRPr>
          </a:p>
        </p:txBody>
      </p:sp>
      <p:sp>
        <p:nvSpPr>
          <p:cNvPr id="591876" name="Rectangle 4"/>
          <p:cNvSpPr>
            <a:spLocks noGrp="1" noChangeArrowheads="1"/>
          </p:cNvSpPr>
          <p:nvPr>
            <p:ph type="ctrTitle" sz="quarter"/>
          </p:nvPr>
        </p:nvSpPr>
        <p:spPr>
          <a:xfrm>
            <a:off x="849010" y="1392242"/>
            <a:ext cx="7073624" cy="1666875"/>
          </a:xfrm>
        </p:spPr>
        <p:txBody>
          <a:bodyPr/>
          <a:lstStyle>
            <a:lvl1pPr>
              <a:defRPr sz="3600" b="0">
                <a:solidFill>
                  <a:schemeClr val="bg1"/>
                </a:solidFill>
              </a:defRPr>
            </a:lvl1pPr>
          </a:lstStyle>
          <a:p>
            <a:r>
              <a:rPr lang="zh-CN" altLang="en-US"/>
              <a:t>单击此处编辑母版标题样式</a:t>
            </a:r>
          </a:p>
        </p:txBody>
      </p:sp>
      <p:sp>
        <p:nvSpPr>
          <p:cNvPr id="591877" name="Rectangle 5"/>
          <p:cNvSpPr>
            <a:spLocks noGrp="1" noChangeArrowheads="1"/>
          </p:cNvSpPr>
          <p:nvPr>
            <p:ph type="subTitle" sz="quarter" idx="1"/>
          </p:nvPr>
        </p:nvSpPr>
        <p:spPr>
          <a:xfrm>
            <a:off x="912526"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10"/>
          <p:cNvSpPr>
            <a:spLocks noGrp="1" noChangeArrowheads="1"/>
          </p:cNvSpPr>
          <p:nvPr>
            <p:ph type="dt" sz="quarter" idx="10"/>
          </p:nvPr>
        </p:nvSpPr>
        <p:spPr>
          <a:xfrm>
            <a:off x="912526"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9" y="4406916"/>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9"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2"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2"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1" y="1535113"/>
            <a:ext cx="538832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1" y="2174875"/>
            <a:ext cx="538832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5" y="273050"/>
            <a:ext cx="4012128"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8"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5" y="1435102"/>
            <a:ext cx="401212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3"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3"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343"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4"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80"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0182" y="430214"/>
            <a:ext cx="10329906" cy="871537"/>
          </a:xfrm>
        </p:spPr>
        <p:txBody>
          <a:bodyPr/>
          <a:lstStyle/>
          <a:p>
            <a:r>
              <a:rPr lang="zh-CN" altLang="en-US"/>
              <a:t>单击此处编辑母版标题样式</a:t>
            </a:r>
          </a:p>
        </p:txBody>
      </p:sp>
      <p:sp>
        <p:nvSpPr>
          <p:cNvPr id="3" name="文本占位符 2"/>
          <p:cNvSpPr>
            <a:spLocks noGrp="1"/>
          </p:cNvSpPr>
          <p:nvPr>
            <p:ph type="body" sz="half" idx="1"/>
          </p:nvPr>
        </p:nvSpPr>
        <p:spPr>
          <a:xfrm>
            <a:off x="870178"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2" y="1641475"/>
            <a:ext cx="5187184"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7" cy="6492875"/>
          </a:xfrm>
          <a:prstGeom prst="rect">
            <a:avLst/>
          </a:prstGeom>
          <a:noFill/>
          <a:ln w="9525">
            <a:noFill/>
            <a:miter lim="800000"/>
            <a:headEnd/>
            <a:tailEnd/>
          </a:ln>
        </p:spPr>
      </p:pic>
      <p:grpSp>
        <p:nvGrpSpPr>
          <p:cNvPr id="2" name="组合 72"/>
          <p:cNvGrpSpPr>
            <a:grpSpLocks/>
          </p:cNvGrpSpPr>
          <p:nvPr userDrawn="1"/>
        </p:nvGrpSpPr>
        <p:grpSpPr bwMode="auto">
          <a:xfrm>
            <a:off x="8014"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9" y="6199307"/>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7"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5" y="2130545"/>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3"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1" y="4407020"/>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1"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7"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7"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3"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3"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3"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283"/>
            <a:ext cx="10179584" cy="741564"/>
          </a:xfrm>
          <a:prstGeom prst="rect">
            <a:avLst/>
          </a:prstGeom>
        </p:spPr>
        <p:txBody>
          <a:bodyPr lIns="121935" tIns="60968" rIns="121935" bIns="60968"/>
          <a:lstStyle>
            <a:lvl1pPr>
              <a:defRPr sz="3700"/>
            </a:lvl1pPr>
          </a:lstStyle>
          <a:p>
            <a:r>
              <a:rPr lang="en-US" dirty="0"/>
              <a:t>Click to edit Master title style</a:t>
            </a:r>
          </a:p>
        </p:txBody>
      </p:sp>
      <p:sp>
        <p:nvSpPr>
          <p:cNvPr id="4" name="Content Placeholder 3"/>
          <p:cNvSpPr>
            <a:spLocks noGrp="1"/>
          </p:cNvSpPr>
          <p:nvPr>
            <p:ph sz="quarter" idx="10"/>
          </p:nvPr>
        </p:nvSpPr>
        <p:spPr>
          <a:xfrm>
            <a:off x="1019050" y="1261731"/>
            <a:ext cx="10157076" cy="4951397"/>
          </a:xfrm>
          <a:prstGeom prst="rect">
            <a:avLst/>
          </a:prstGeom>
        </p:spPr>
        <p:txBody>
          <a:bodyPr/>
          <a:lstStyle>
            <a:lvl1pPr>
              <a:defRPr sz="2700">
                <a:solidFill>
                  <a:schemeClr val="tx1"/>
                </a:solidFill>
                <a:latin typeface="+mn-ea"/>
                <a:ea typeface="+mn-ea"/>
              </a:defRPr>
            </a:lvl1pPr>
            <a:lvl2pPr>
              <a:defRPr sz="2400">
                <a:solidFill>
                  <a:schemeClr val="tx1"/>
                </a:solidFill>
                <a:latin typeface="+mn-ea"/>
                <a:ea typeface="+mn-ea"/>
              </a:defRPr>
            </a:lvl2pPr>
            <a:lvl3pPr>
              <a:defRPr sz="1900">
                <a:solidFill>
                  <a:schemeClr val="tx1"/>
                </a:solidFill>
                <a:latin typeface="+mn-ea"/>
                <a:ea typeface="+mn-ea"/>
              </a:defRPr>
            </a:lvl3pPr>
            <a:lvl4pPr>
              <a:defRPr sz="1600">
                <a:solidFill>
                  <a:schemeClr val="tx1"/>
                </a:solidFill>
                <a:latin typeface="+mn-ea"/>
                <a:ea typeface="+mn-ea"/>
              </a:defRPr>
            </a:lvl4pPr>
            <a:lvl5pPr>
              <a:defRPr sz="1500">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7796" y="368300"/>
            <a:ext cx="10179584" cy="747184"/>
          </a:xfrm>
          <a:prstGeom prst="rect">
            <a:avLst/>
          </a:prstGeom>
        </p:spPr>
        <p:txBody>
          <a:bodyPr lIns="121935" tIns="60968" rIns="121935" bIns="60968"/>
          <a:lstStyle>
            <a:lvl1pPr>
              <a:defRPr sz="3700"/>
            </a:lvl1pPr>
          </a:lstStyle>
          <a:p>
            <a:r>
              <a:rPr lang="zh-CN" altLang="en-US"/>
              <a:t>单击此处编辑母版标题样式</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4" name="Title 3"/>
          <p:cNvSpPr>
            <a:spLocks noGrp="1"/>
          </p:cNvSpPr>
          <p:nvPr>
            <p:ph type="title"/>
          </p:nvPr>
        </p:nvSpPr>
        <p:spPr>
          <a:xfrm>
            <a:off x="1007800" y="2262726"/>
            <a:ext cx="7585992" cy="781049"/>
          </a:xfrm>
          <a:prstGeom prst="rect">
            <a:avLst/>
          </a:prstGeom>
        </p:spPr>
        <p:txBody>
          <a:bodyPr lIns="121935" tIns="60968" rIns="121935" bIns="60968"/>
          <a:lstStyle/>
          <a:p>
            <a:r>
              <a:rPr lang="en-US"/>
              <a:t>Click to edit Master title style</a:t>
            </a: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369033"/>
            <a:ext cx="10179584" cy="745784"/>
          </a:xfrm>
          <a:prstGeom prst="rect">
            <a:avLst/>
          </a:prstGeom>
        </p:spPr>
        <p:txBody>
          <a:bodyPr lIns="91427" tIns="45714" rIns="91427" bIns="45714"/>
          <a:lstStyle/>
          <a:p>
            <a:r>
              <a:rPr lang="en-US"/>
              <a:t>Click to edit Master title style</a:t>
            </a:r>
          </a:p>
        </p:txBody>
      </p:sp>
      <p:sp>
        <p:nvSpPr>
          <p:cNvPr id="4" name="Content Placeholder 3"/>
          <p:cNvSpPr>
            <a:spLocks noGrp="1"/>
          </p:cNvSpPr>
          <p:nvPr>
            <p:ph sz="quarter" idx="10"/>
          </p:nvPr>
        </p:nvSpPr>
        <p:spPr>
          <a:xfrm>
            <a:off x="1007796" y="1253905"/>
            <a:ext cx="10168330" cy="49093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40195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英文标题</a:t>
            </a:r>
            <a:r>
              <a:rPr lang="en-US" altLang="zh-CN" sz="1200" dirty="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Medium</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中文标题</a:t>
            </a:r>
            <a:r>
              <a:rPr lang="en-US" altLang="zh-CN" sz="1200" dirty="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英文正文</a:t>
            </a:r>
            <a:r>
              <a:rPr lang="en-US" altLang="zh-CN" sz="1200" dirty="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 </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Regular</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中文正文</a:t>
            </a:r>
            <a:r>
              <a:rPr lang="en-US" altLang="zh-CN" sz="1200" dirty="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细黑体 </a:t>
            </a:r>
            <a:endParaRPr lang="zh-CN" altLang="en-US" sz="1200" dirty="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pic>
        <p:nvPicPr>
          <p:cNvPr id="62"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solidFill>
              <a:srgbClr val="F8F8F8">
                <a:alpha val="0"/>
              </a:srgbClr>
            </a:solidFill>
          </a:ln>
          <a:extLst>
            <a:ext uri="{909E8E84-426E-40DD-AFC4-6F175D3DCCD1}">
              <a14:hiddenFill xmlns:a14="http://schemas.microsoft.com/office/drawing/2010/main">
                <a:solidFill>
                  <a:srgbClr val="FFFFFF"/>
                </a:solidFill>
              </a14:hiddenFill>
            </a:ext>
          </a:extLst>
        </p:spPr>
      </p:pic>
      <p:sp>
        <p:nvSpPr>
          <p:cNvPr id="52" name="矩形 51"/>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英文标题</a:t>
            </a:r>
            <a:r>
              <a:rPr lang="en-US" altLang="zh-CN" sz="1200" dirty="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Medium</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中文标题</a:t>
            </a:r>
            <a:r>
              <a:rPr lang="en-US" altLang="zh-CN" sz="1200" dirty="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英文正文</a:t>
            </a:r>
            <a:r>
              <a:rPr lang="en-US" altLang="zh-CN" sz="1200" dirty="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 </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Regular</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中文正文</a:t>
            </a:r>
            <a:r>
              <a:rPr lang="en-US" altLang="zh-CN" sz="1200" dirty="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细黑体 </a:t>
            </a:r>
            <a:endParaRPr lang="zh-CN" altLang="en-US" sz="1200" dirty="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pic>
        <p:nvPicPr>
          <p:cNvPr id="62"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solidFill>
              <a:srgbClr val="F8F8F8">
                <a:alpha val="0"/>
              </a:srgbClr>
            </a:solidFill>
          </a:ln>
          <a:extLst>
            <a:ext uri="{909E8E84-426E-40DD-AFC4-6F175D3DCCD1}">
              <a14:hiddenFill xmlns:a14="http://schemas.microsoft.com/office/drawing/2010/main">
                <a:solidFill>
                  <a:srgbClr val="FFFFFF"/>
                </a:solidFill>
              </a14:hiddenFill>
            </a:ext>
          </a:extLst>
        </p:spPr>
      </p:pic>
      <p:sp>
        <p:nvSpPr>
          <p:cNvPr id="52" name="矩形 51"/>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759" y="1600205"/>
            <a:ext cx="10975658"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0180" y="188645"/>
            <a:ext cx="10329906" cy="871537"/>
          </a:xfrm>
          <a:prstGeom prst="rect">
            <a:avLst/>
          </a:prstGeom>
        </p:spPr>
        <p:txBody>
          <a:bodyPr/>
          <a:lstStyle>
            <a:lvl1pPr>
              <a:defRPr sz="3200">
                <a:latin typeface="Arial" pitchFamily="34" charset="0"/>
                <a:cs typeface="Arial" pitchFamily="34" charset="0"/>
              </a:defRPr>
            </a:lvl1pPr>
          </a:lstStyle>
          <a:p>
            <a:r>
              <a:rPr lang="zh-CN" altLang="en-US" dirty="0"/>
              <a:t>单击此处编辑母版标题样式</a:t>
            </a:r>
            <a:endParaRPr lang="en-US" dirty="0"/>
          </a:p>
        </p:txBody>
      </p:sp>
      <p:sp>
        <p:nvSpPr>
          <p:cNvPr id="3" name="灯片编号占位符 5"/>
          <p:cNvSpPr>
            <a:spLocks noGrp="1"/>
          </p:cNvSpPr>
          <p:nvPr>
            <p:ph type="sldNum" sz="quarter" idx="10"/>
          </p:nvPr>
        </p:nvSpPr>
        <p:spPr>
          <a:xfrm>
            <a:off x="8143283" y="6381345"/>
            <a:ext cx="1219518" cy="284163"/>
          </a:xfrm>
          <a:prstGeom prst="rect">
            <a:avLst/>
          </a:prstGeom>
        </p:spPr>
        <p:txBody>
          <a:bodyPr/>
          <a:lstStyle>
            <a:lvl1pPr>
              <a:defRPr sz="1400">
                <a:solidFill>
                  <a:srgbClr val="000000"/>
                </a:solidFill>
                <a:latin typeface="Arial"/>
              </a:defRPr>
            </a:lvl1pPr>
          </a:lstStyle>
          <a:p>
            <a:pPr>
              <a:defRPr/>
            </a:pPr>
            <a:r>
              <a:rPr lang="en-US" dirty="0">
                <a:ea typeface="华文细黑"/>
              </a:rPr>
              <a:t>Page </a:t>
            </a:r>
            <a:fld id="{0C8885BF-E458-4803-B4A4-5EAD36141D59}" type="slidenum">
              <a:rPr lang="en-US" smtClean="0">
                <a:ea typeface="华文细黑"/>
              </a:rPr>
              <a:pPr>
                <a:defRPr/>
              </a:pPr>
              <a:t>‹#›</a:t>
            </a:fld>
            <a:endParaRPr lang="zh-CN" altLang="en-US" dirty="0">
              <a:ea typeface="华文细黑"/>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a:xfrm>
            <a:off x="7910514" y="6402389"/>
            <a:ext cx="1409700" cy="1101725"/>
          </a:xfrm>
          <a:prstGeom prst="rect">
            <a:avLst/>
          </a:prstGeom>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8" cy="6492875"/>
          </a:xfrm>
          <a:prstGeom prst="rect">
            <a:avLst/>
          </a:prstGeom>
          <a:noFill/>
          <a:ln w="9525">
            <a:noFill/>
            <a:miter lim="800000"/>
            <a:headEnd/>
            <a:tailEnd/>
          </a:ln>
        </p:spPr>
      </p:pic>
      <p:grpSp>
        <p:nvGrpSpPr>
          <p:cNvPr id="2" name="组合 72"/>
          <p:cNvGrpSpPr>
            <a:grpSpLocks/>
          </p:cNvGrpSpPr>
          <p:nvPr userDrawn="1"/>
        </p:nvGrpSpPr>
        <p:grpSpPr bwMode="auto">
          <a:xfrm>
            <a:off x="8011"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5" y="6199299"/>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3"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62"/>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87"/>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87"/>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0" y="2130537"/>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0"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transition spd="slow">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4432556-FED1-41AB-955D-3320BAFF7481}"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87" y="4407012"/>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87"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B32435B6-C566-4008-93CA-BEFA52962C1A}"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1"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FE239088-22F6-4B76-881E-239F74141A9B}"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3"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3"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6"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6"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EFA98AF-9889-4DFB-9C7D-07E7213A7D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AEFF31A-C4A6-4AAF-8844-9350AE0262E2}"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5E75FA4B-4E53-432C-A051-AEEE53BA17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441BFED-65E1-4426-946B-9D939F6C55FC}"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0"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0"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0"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9BFA8C23-DFA3-4F34-99F5-3497FDFFA71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6A60BD3A-B6F8-4D28-B713-FDD77541BCC3}"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2"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B4CE34C-1399-491D-AB8A-A7A4A8E8DBA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781404F-5E63-469C-A9AB-5616E596D27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C9C60A6B-C970-4ED3-8B86-E61AEDD072E4}"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垂直排列标题与&#10;文本">
    <p:spTree>
      <p:nvGrpSpPr>
        <p:cNvPr id="1" name=""/>
        <p:cNvGrpSpPr/>
        <p:nvPr/>
      </p:nvGrpSpPr>
      <p:grpSpPr>
        <a:xfrm>
          <a:off x="0" y="0"/>
          <a:ext cx="0" cy="0"/>
          <a:chOff x="0" y="0"/>
          <a:chExt cx="0" cy="0"/>
        </a:xfrm>
      </p:grpSpPr>
      <p:pic>
        <p:nvPicPr>
          <p:cNvPr id="7" name="Picture 79" descr="dd"/>
          <p:cNvPicPr>
            <a:picLocks noChangeAspect="1" noChangeArrowheads="1"/>
          </p:cNvPicPr>
          <p:nvPr userDrawn="1"/>
        </p:nvPicPr>
        <p:blipFill>
          <a:blip r:embed="rId2" cstate="print"/>
          <a:srcRect/>
          <a:stretch>
            <a:fillRect/>
          </a:stretch>
        </p:blipFill>
        <p:spPr bwMode="auto">
          <a:xfrm>
            <a:off x="1" y="6224590"/>
            <a:ext cx="12195175" cy="636587"/>
          </a:xfrm>
          <a:prstGeom prst="rect">
            <a:avLst/>
          </a:prstGeom>
          <a:noFill/>
          <a:ln w="9525">
            <a:noFill/>
            <a:miter lim="800000"/>
            <a:headEnd/>
            <a:tailEnd/>
          </a:ln>
        </p:spPr>
      </p:pic>
      <p:sp>
        <p:nvSpPr>
          <p:cNvPr id="8" name="Text Box 8"/>
          <p:cNvSpPr txBox="1">
            <a:spLocks noChangeArrowheads="1"/>
          </p:cNvSpPr>
          <p:nvPr userDrawn="1"/>
        </p:nvSpPr>
        <p:spPr bwMode="auto">
          <a:xfrm>
            <a:off x="870179" y="6438900"/>
            <a:ext cx="2613934"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1" charset="0"/>
                <a:ea typeface="ＭＳ Ｐゴシック" pitchFamily="34" charset="-128"/>
              </a:rPr>
              <a:t>HUAWEI TECHNOLOGIES CO., LTD.</a:t>
            </a:r>
            <a:endParaRPr lang="en-US" altLang="zh-CN" sz="2200">
              <a:solidFill>
                <a:srgbClr val="000000"/>
              </a:solidFill>
              <a:ea typeface="ＭＳ Ｐゴシック" pitchFamily="34" charset="-128"/>
            </a:endParaRPr>
          </a:p>
        </p:txBody>
      </p:sp>
      <p:pic>
        <p:nvPicPr>
          <p:cNvPr id="9" name="Picture 9" descr="8"/>
          <p:cNvPicPr>
            <a:picLocks noChangeAspect="1" noChangeArrowheads="1"/>
          </p:cNvPicPr>
          <p:nvPr userDrawn="1"/>
        </p:nvPicPr>
        <p:blipFill>
          <a:blip r:embed="rId3" cstate="print"/>
          <a:srcRect/>
          <a:stretch>
            <a:fillRect/>
          </a:stretch>
        </p:blipFill>
        <p:spPr bwMode="auto">
          <a:xfrm>
            <a:off x="10014442" y="6399215"/>
            <a:ext cx="1748822" cy="312737"/>
          </a:xfrm>
          <a:prstGeom prst="rect">
            <a:avLst/>
          </a:prstGeom>
          <a:noFill/>
        </p:spPr>
      </p:pic>
      <p:sp>
        <p:nvSpPr>
          <p:cNvPr id="10" name="Rectangle 21"/>
          <p:cNvSpPr>
            <a:spLocks noChangeArrowheads="1"/>
          </p:cNvSpPr>
          <p:nvPr userDrawn="1"/>
        </p:nvSpPr>
        <p:spPr bwMode="auto">
          <a:xfrm>
            <a:off x="5191419" y="6438900"/>
            <a:ext cx="1643351"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a:solidFill>
                  <a:srgbClr val="000000"/>
                </a:solidFill>
                <a:latin typeface="FrutigerNext LT Bold" pitchFamily="1" charset="0"/>
                <a:ea typeface="ＭＳ Ｐゴシック" pitchFamily="34" charset="-128"/>
              </a:rPr>
              <a:t>Huawei Confidential </a:t>
            </a:r>
          </a:p>
        </p:txBody>
      </p:sp>
    </p:spTree>
    <p:extLst>
      <p:ext uri="{BB962C8B-B14F-4D97-AF65-F5344CB8AC3E}">
        <p14:creationId xmlns:p14="http://schemas.microsoft.com/office/powerpoint/2010/main" val="377960924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419" y="160732"/>
            <a:ext cx="10518338" cy="656850"/>
          </a:xfrm>
        </p:spPr>
        <p:txBody>
          <a:bodyPr>
            <a:normAutofit/>
          </a:bodyPr>
          <a:lstStyle>
            <a:lvl1pPr>
              <a:defRPr sz="3200" b="1">
                <a:latin typeface="微软雅黑" panose="020B0503020204020204" pitchFamily="34" charset="-122"/>
                <a:ea typeface="微软雅黑" panose="020B0503020204020204" pitchFamily="34" charset="-122"/>
              </a:defRPr>
            </a:lvl1pPr>
          </a:lstStyle>
          <a:p>
            <a:r>
              <a:rPr lang="en-US" altLang="zh-CN"/>
              <a:t>Click to edit Master title style</a:t>
            </a:r>
            <a:endParaRPr lang="en-US" dirty="0"/>
          </a:p>
        </p:txBody>
      </p:sp>
      <p:sp>
        <p:nvSpPr>
          <p:cNvPr id="4" name="Date Placeholder 3"/>
          <p:cNvSpPr>
            <a:spLocks noGrp="1"/>
          </p:cNvSpPr>
          <p:nvPr>
            <p:ph type="dt" sz="half" idx="10"/>
          </p:nvPr>
        </p:nvSpPr>
        <p:spPr/>
        <p:txBody>
          <a:bodyPr/>
          <a:lstStyle/>
          <a:p>
            <a:fld id="{11E43C51-72CB-47F8-AEE1-4F1414D0109C}" type="datetimeFigureOut">
              <a:rPr lang="zh-CN" altLang="en-US">
                <a:solidFill>
                  <a:srgbClr val="000000"/>
                </a:solidFill>
              </a:rPr>
              <a:pPr/>
              <a:t>2025/12/19</a:t>
            </a:fld>
            <a:endParaRPr lang="zh-CN" altLang="en-US">
              <a:solidFill>
                <a:srgbClr val="000000"/>
              </a:solidFill>
            </a:endParaRPr>
          </a:p>
        </p:txBody>
      </p:sp>
      <p:sp>
        <p:nvSpPr>
          <p:cNvPr id="5" name="Footer Placeholder 4"/>
          <p:cNvSpPr>
            <a:spLocks noGrp="1"/>
          </p:cNvSpPr>
          <p:nvPr>
            <p:ph type="ftr" sz="quarter" idx="11"/>
          </p:nvPr>
        </p:nvSpPr>
        <p:spPr>
          <a:xfrm>
            <a:off x="4039652" y="6356351"/>
            <a:ext cx="4115872" cy="365125"/>
          </a:xfrm>
          <a:prstGeom prst="rect">
            <a:avLst/>
          </a:prstGeom>
        </p:spPr>
        <p:txBody>
          <a:bodyPr/>
          <a:lstStyle/>
          <a:p>
            <a:endParaRPr lang="zh-CN" altLang="en-US">
              <a:solidFill>
                <a:srgbClr val="000000"/>
              </a:solidFill>
            </a:endParaRPr>
          </a:p>
        </p:txBody>
      </p:sp>
      <p:sp>
        <p:nvSpPr>
          <p:cNvPr id="6" name="Slide Number Placeholder 5"/>
          <p:cNvSpPr>
            <a:spLocks noGrp="1"/>
          </p:cNvSpPr>
          <p:nvPr>
            <p:ph type="sldNum" sz="quarter" idx="12"/>
          </p:nvPr>
        </p:nvSpPr>
        <p:spPr>
          <a:xfrm>
            <a:off x="8612843" y="6356351"/>
            <a:ext cx="2743914" cy="365125"/>
          </a:xfrm>
          <a:prstGeom prst="rect">
            <a:avLst/>
          </a:prstGeom>
        </p:spPr>
        <p:txBody>
          <a:bodyPr/>
          <a:lstStyle/>
          <a:p>
            <a:fld id="{03DCBBCD-579C-4080-A1E9-46A2EDDBD0B1}"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val="76176536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17297" y="454760"/>
            <a:ext cx="10179583" cy="745784"/>
          </a:xfrm>
          <a:prstGeom prst="rect">
            <a:avLst/>
          </a:prstGeom>
        </p:spPr>
        <p:txBody>
          <a:bodyPr lIns="68542" tIns="34271" rIns="68542" bIns="34271"/>
          <a:lstStyle/>
          <a:p>
            <a:r>
              <a:rPr lang="en-US"/>
              <a:t>Click to edit Master title style</a:t>
            </a:r>
          </a:p>
        </p:txBody>
      </p:sp>
    </p:spTree>
    <p:extLst>
      <p:ext uri="{BB962C8B-B14F-4D97-AF65-F5344CB8AC3E}">
        <p14:creationId xmlns:p14="http://schemas.microsoft.com/office/powerpoint/2010/main" val="4176719580"/>
      </p:ext>
    </p:extLst>
  </p:cSld>
  <p:clrMapOvr>
    <a:masterClrMapping/>
  </p:clrMapOvr>
  <p:transition advClick="0" advTm="8000">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0177" y="188642"/>
            <a:ext cx="10329905" cy="871537"/>
          </a:xfrm>
        </p:spPr>
        <p:txBody>
          <a:bodyPr/>
          <a:lstStyle>
            <a:lvl1pPr>
              <a:defRPr sz="3200">
                <a:latin typeface="Arial" pitchFamily="34" charset="0"/>
                <a:cs typeface="Arial" pitchFamily="34" charset="0"/>
              </a:defRPr>
            </a:lvl1pPr>
          </a:lstStyle>
          <a:p>
            <a:r>
              <a:rPr lang="zh-CN" altLang="en-US" dirty="0"/>
              <a:t>单击此处编辑母版标题样式</a:t>
            </a:r>
            <a:endParaRPr lang="en-US" dirty="0"/>
          </a:p>
        </p:txBody>
      </p:sp>
      <p:sp>
        <p:nvSpPr>
          <p:cNvPr id="3" name="灯片编号占位符 5"/>
          <p:cNvSpPr>
            <a:spLocks noGrp="1"/>
          </p:cNvSpPr>
          <p:nvPr>
            <p:ph type="sldNum" sz="quarter" idx="10"/>
          </p:nvPr>
        </p:nvSpPr>
        <p:spPr>
          <a:xfrm>
            <a:off x="8143283" y="6381337"/>
            <a:ext cx="1219518" cy="284163"/>
          </a:xfrm>
          <a:prstGeom prst="rect">
            <a:avLst/>
          </a:prstGeom>
        </p:spPr>
        <p:txBody>
          <a:bodyPr/>
          <a:lstStyle>
            <a:lvl1pPr>
              <a:defRPr sz="1400">
                <a:solidFill>
                  <a:srgbClr val="000000"/>
                </a:solidFill>
                <a:latin typeface="Arial"/>
              </a:defRPr>
            </a:lvl1pPr>
          </a:lstStyle>
          <a:p>
            <a:pPr>
              <a:defRPr/>
            </a:pPr>
            <a:r>
              <a:rPr lang="en-US" dirty="0"/>
              <a:t>Page </a:t>
            </a:r>
            <a:fld id="{0C8885BF-E458-4803-B4A4-5EAD36141D59}" type="slidenum">
              <a:rPr lang="en-US" smtClean="0"/>
              <a:pPr>
                <a:defRPr/>
              </a:pPr>
              <a:t>‹#›</a:t>
            </a:fld>
            <a:endParaRPr lang="zh-CN" altLang="en-US" dirty="0"/>
          </a:p>
        </p:txBody>
      </p:sp>
    </p:spTree>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8" cy="6492875"/>
          </a:xfrm>
          <a:prstGeom prst="rect">
            <a:avLst/>
          </a:prstGeom>
          <a:noFill/>
          <a:ln w="9525">
            <a:noFill/>
            <a:miter lim="800000"/>
            <a:headEnd/>
            <a:tailEnd/>
          </a:ln>
        </p:spPr>
      </p:pic>
      <p:grpSp>
        <p:nvGrpSpPr>
          <p:cNvPr id="2" name="组合 72"/>
          <p:cNvGrpSpPr>
            <a:grpSpLocks/>
          </p:cNvGrpSpPr>
          <p:nvPr userDrawn="1"/>
        </p:nvGrpSpPr>
        <p:grpSpPr bwMode="auto">
          <a:xfrm>
            <a:off x="8011"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5" y="6199299"/>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3"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62"/>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87"/>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87"/>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0" y="2130537"/>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0"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transition spd="slow">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4432556-FED1-41AB-955D-3320BAFF7481}"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87" y="4407012"/>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87"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B32435B6-C566-4008-93CA-BEFA52962C1A}"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1"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FE239088-22F6-4B76-881E-239F74141A9B}"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3"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3"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6"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6"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EFA98AF-9889-4DFB-9C7D-07E7213A7D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AEFF31A-C4A6-4AAF-8844-9350AE0262E2}"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5E75FA4B-4E53-432C-A051-AEEE53BA17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441BFED-65E1-4426-946B-9D939F6C55FC}"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0"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0"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0"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9BFA8C23-DFA3-4F34-99F5-3497FDFFA71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6A60BD3A-B6F8-4D28-B713-FDD77541BCC3}"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2"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B4CE34C-1399-491D-AB8A-A7A4A8E8DBA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781404F-5E63-469C-A9AB-5616E596D27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C9C60A6B-C970-4ED3-8B86-E61AEDD072E4}"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pic>
        <p:nvPicPr>
          <p:cNvPr id="3" name="Picture 56" descr="D:\0华为设计夹\2011-10\蔡钻华\ppt底2.jpg"/>
          <p:cNvPicPr>
            <a:picLocks noChangeAspect="1" noChangeArrowheads="1"/>
          </p:cNvPicPr>
          <p:nvPr userDrawn="1"/>
        </p:nvPicPr>
        <p:blipFill>
          <a:blip r:embed="rId2" cstate="email">
            <a:duotone>
              <a:schemeClr val="accent3">
                <a:shade val="45000"/>
                <a:satMod val="135000"/>
              </a:schemeClr>
              <a:prstClr val="white"/>
            </a:duotone>
          </a:blip>
          <a:srcRect/>
          <a:stretch>
            <a:fillRect/>
          </a:stretch>
        </p:blipFill>
        <p:spPr bwMode="auto">
          <a:xfrm>
            <a:off x="6" y="4"/>
            <a:ext cx="12195175" cy="6220915"/>
          </a:xfrm>
          <a:prstGeom prst="rect">
            <a:avLst/>
          </a:prstGeom>
          <a:noFill/>
          <a:ln w="9525">
            <a:noFill/>
            <a:miter lim="800000"/>
            <a:headEnd/>
            <a:tailEnd/>
          </a:ln>
        </p:spPr>
      </p:pic>
      <p:sp>
        <p:nvSpPr>
          <p:cNvPr id="2" name="内容占位符 1"/>
          <p:cNvSpPr>
            <a:spLocks noGrp="1"/>
          </p:cNvSpPr>
          <p:nvPr>
            <p:ph/>
          </p:nvPr>
        </p:nvSpPr>
        <p:spPr>
          <a:xfrm>
            <a:off x="870034" y="430126"/>
            <a:ext cx="10575784" cy="54057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0"/>
          <p:cNvSpPr>
            <a:spLocks noGrp="1" noChangeArrowheads="1"/>
          </p:cNvSpPr>
          <p:nvPr>
            <p:ph type="dt" sz="half" idx="10"/>
          </p:nvPr>
        </p:nvSpPr>
        <p:spPr>
          <a:xfrm>
            <a:off x="8482634" y="6489701"/>
            <a:ext cx="2797903" cy="455613"/>
          </a:xfrm>
          <a:prstGeom prst="rect">
            <a:avLst/>
          </a:prstGeom>
        </p:spPr>
        <p:txBody>
          <a:bodyPr vert="horz" wrap="square" lIns="91401" tIns="45702" rIns="91401" bIns="45702" numCol="1" anchor="t" anchorCtr="0" compatLnSpc="1">
            <a:prstTxWarp prst="textNoShape">
              <a:avLst/>
            </a:prstTxWarp>
          </a:bodyPr>
          <a:lstStyle>
            <a:lvl1pPr eaLnBrk="1" fontAlgn="auto" hangingPunct="1">
              <a:spcBef>
                <a:spcPts val="0"/>
              </a:spcBef>
              <a:spcAft>
                <a:spcPts val="0"/>
              </a:spcAft>
              <a:buClr>
                <a:srgbClr val="CC9900"/>
              </a:buClr>
              <a:buFont typeface="Wingdings" pitchFamily="2" charset="2"/>
              <a:buChar char="n"/>
              <a:defRPr b="1">
                <a:solidFill>
                  <a:srgbClr val="000000"/>
                </a:solidFill>
                <a:latin typeface="Arial" pitchFamily="34" charset="0"/>
                <a:ea typeface="宋体" pitchFamily="2" charset="-122"/>
                <a:cs typeface="Arial" pitchFamily="34" charset="0"/>
              </a:defRPr>
            </a:lvl1pPr>
          </a:lstStyle>
          <a:p>
            <a:pPr>
              <a:defRPr/>
            </a:pPr>
            <a:endParaRPr lang="en-GB" altLang="zh-CN"/>
          </a:p>
        </p:txBody>
      </p:sp>
    </p:spTree>
    <p:extLst>
      <p:ext uri="{BB962C8B-B14F-4D97-AF65-F5344CB8AC3E}">
        <p14:creationId xmlns:p14="http://schemas.microsoft.com/office/powerpoint/2010/main" val="3557738357"/>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867001" y="6203951"/>
            <a:ext cx="2824898" cy="284163"/>
          </a:xfrm>
          <a:prstGeom prst="rect">
            <a:avLst/>
          </a:prstGeom>
          <a:noFill/>
          <a:ln>
            <a:noFill/>
          </a:ln>
          <a:extLst/>
        </p:spPr>
        <p:txBody>
          <a:bodyPr wrap="none" lIns="83630" tIns="41816" rIns="83630" bIns="41816">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000000"/>
                </a:solidFill>
                <a:latin typeface="FrutigerNext LT Bold" pitchFamily="34" charset="0"/>
                <a:ea typeface="MS PGothic" panose="020B0600070205080204" pitchFamily="34" charset="-128"/>
              </a:rPr>
              <a:t>HUAWEI TECHNOLOGIES CO., LTD.</a:t>
            </a:r>
            <a:endParaRPr lang="en-US" altLang="zh-CN">
              <a:solidFill>
                <a:srgbClr val="000000"/>
              </a:solidFill>
              <a:latin typeface="Arial" panose="020B0604020202020204" pitchFamily="34" charset="0"/>
              <a:ea typeface="MS PGothic" panose="020B0600070205080204" pitchFamily="34" charset="-128"/>
            </a:endParaRPr>
          </a:p>
        </p:txBody>
      </p:sp>
      <p:sp>
        <p:nvSpPr>
          <p:cNvPr id="5" name="Text Box 7"/>
          <p:cNvSpPr txBox="1">
            <a:spLocks noChangeArrowheads="1"/>
          </p:cNvSpPr>
          <p:nvPr/>
        </p:nvSpPr>
        <p:spPr bwMode="auto">
          <a:xfrm>
            <a:off x="9638635" y="4095751"/>
            <a:ext cx="1441825" cy="284163"/>
          </a:xfrm>
          <a:prstGeom prst="rect">
            <a:avLst/>
          </a:prstGeom>
          <a:noFill/>
          <a:ln>
            <a:noFill/>
          </a:ln>
          <a:extLst/>
        </p:spPr>
        <p:txBody>
          <a:bodyPr wrap="none" lIns="83630" tIns="41816" rIns="83630" bIns="41816">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FFFFFF"/>
                </a:solidFill>
                <a:latin typeface="FrutigerNext LT Regular" pitchFamily="34" charset="0"/>
                <a:ea typeface="MS PGothic" panose="020B0600070205080204" pitchFamily="34" charset="-128"/>
              </a:rPr>
              <a:t>www.huawei.com</a:t>
            </a:r>
          </a:p>
        </p:txBody>
      </p:sp>
      <p:sp>
        <p:nvSpPr>
          <p:cNvPr id="6" name="Rectangle 8"/>
          <p:cNvSpPr>
            <a:spLocks noChangeArrowheads="1"/>
          </p:cNvSpPr>
          <p:nvPr/>
        </p:nvSpPr>
        <p:spPr bwMode="auto">
          <a:xfrm>
            <a:off x="5316334" y="6203951"/>
            <a:ext cx="1778463" cy="284163"/>
          </a:xfrm>
          <a:prstGeom prst="rect">
            <a:avLst/>
          </a:prstGeom>
          <a:noFill/>
          <a:ln>
            <a:noFill/>
          </a:ln>
          <a:extLst/>
        </p:spPr>
        <p:txBody>
          <a:bodyPr wrap="none" lIns="83596" tIns="41795" rIns="83596" bIns="41795">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000000"/>
                </a:solidFill>
                <a:latin typeface="FrutigerNext LT Bold" pitchFamily="34" charset="0"/>
                <a:ea typeface="MS PGothic" panose="020B0600070205080204" pitchFamily="34" charset="-128"/>
              </a:rPr>
              <a:t>Huawei Confidential </a:t>
            </a:r>
          </a:p>
        </p:txBody>
      </p:sp>
      <p:sp>
        <p:nvSpPr>
          <p:cNvPr id="7" name="Text Box 10"/>
          <p:cNvSpPr txBox="1">
            <a:spLocks noChangeArrowheads="1"/>
          </p:cNvSpPr>
          <p:nvPr/>
        </p:nvSpPr>
        <p:spPr bwMode="auto">
          <a:xfrm>
            <a:off x="-2626408" y="1322388"/>
            <a:ext cx="2626409" cy="3765550"/>
          </a:xfrm>
          <a:prstGeom prst="rect">
            <a:avLst/>
          </a:prstGeom>
          <a:noFill/>
          <a:ln>
            <a:noFill/>
          </a:ln>
          <a:extLst/>
        </p:spPr>
        <p:txBody>
          <a:bodyPr lIns="83646" tIns="41820" rIns="83646" bIns="41820">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lnSpc>
                <a:spcPct val="125000"/>
              </a:lnSpc>
              <a:defRPr/>
            </a:pPr>
            <a:r>
              <a:rPr lang="zh-CN" altLang="en-US" sz="1100">
                <a:solidFill>
                  <a:srgbClr val="FFFFFF"/>
                </a:solidFill>
                <a:latin typeface="Arial" panose="020B0604020202020204" pitchFamily="34" charset="0"/>
              </a:rPr>
              <a:t>英文标题</a:t>
            </a:r>
            <a:r>
              <a:rPr lang="en-US" altLang="zh-CN" sz="1100">
                <a:solidFill>
                  <a:srgbClr val="FFFFFF"/>
                </a:solidFill>
                <a:latin typeface="Arial" panose="020B0604020202020204" pitchFamily="34" charset="0"/>
              </a:rPr>
              <a:t>:40-47pt  </a:t>
            </a:r>
          </a:p>
          <a:p>
            <a:pPr algn="r" eaLnBrk="0" hangingPunct="0">
              <a:lnSpc>
                <a:spcPct val="125000"/>
              </a:lnSpc>
              <a:defRPr/>
            </a:pPr>
            <a:r>
              <a:rPr lang="zh-CN" altLang="en-US" sz="1100">
                <a:solidFill>
                  <a:srgbClr val="FFFFFF"/>
                </a:solidFill>
                <a:latin typeface="Arial" panose="020B0604020202020204" pitchFamily="34" charset="0"/>
              </a:rPr>
              <a:t>副标题</a:t>
            </a:r>
            <a:r>
              <a:rPr lang="en-US" altLang="zh-CN" sz="1100">
                <a:solidFill>
                  <a:srgbClr val="FFFFFF"/>
                </a:solidFill>
                <a:latin typeface="Arial" panose="020B0604020202020204" pitchFamily="34" charset="0"/>
              </a:rPr>
              <a:t>:26-30pt</a:t>
            </a:r>
          </a:p>
          <a:p>
            <a:pPr algn="r" eaLnBrk="0" hangingPunct="0">
              <a:lnSpc>
                <a:spcPct val="125000"/>
              </a:lnSpc>
              <a:defRPr/>
            </a:pPr>
            <a:r>
              <a:rPr lang="zh-CN" altLang="en-US" sz="1100">
                <a:solidFill>
                  <a:srgbClr val="FFFFFF"/>
                </a:solidFill>
                <a:latin typeface="Arial" panose="020B0604020202020204" pitchFamily="34" charset="0"/>
              </a:rPr>
              <a:t>字体颜色</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反白</a:t>
            </a:r>
          </a:p>
          <a:p>
            <a:pPr algn="r" eaLnBrk="0" hangingPunct="0">
              <a:lnSpc>
                <a:spcPct val="125000"/>
              </a:lnSpc>
              <a:defRPr/>
            </a:pPr>
            <a:r>
              <a:rPr lang="zh-CN" altLang="en-US" sz="1100">
                <a:solidFill>
                  <a:srgbClr val="FFFFFF"/>
                </a:solidFill>
                <a:latin typeface="Arial" panose="020B0604020202020204" pitchFamily="34" charset="0"/>
              </a:rPr>
              <a:t>内部使用字体 </a:t>
            </a:r>
            <a:r>
              <a:rPr lang="en-US" altLang="zh-CN" sz="1100">
                <a:solidFill>
                  <a:srgbClr val="FFFFFF"/>
                </a:solidFill>
                <a:latin typeface="Arial" panose="020B0604020202020204" pitchFamily="34" charset="0"/>
              </a:rPr>
              <a:t>:</a:t>
            </a:r>
          </a:p>
          <a:p>
            <a:pPr algn="r" eaLnBrk="0" hangingPunct="0">
              <a:lnSpc>
                <a:spcPct val="125000"/>
              </a:lnSpc>
              <a:defRPr/>
            </a:pPr>
            <a:r>
              <a:rPr lang="en-US" altLang="zh-CN" sz="1100">
                <a:solidFill>
                  <a:srgbClr val="FFFFFF"/>
                </a:solidFill>
                <a:latin typeface="Arial" panose="020B0604020202020204" pitchFamily="34" charset="0"/>
              </a:rPr>
              <a:t>FrutigerNext LT Medium</a:t>
            </a:r>
          </a:p>
          <a:p>
            <a:pPr algn="r" eaLnBrk="0" hangingPunct="0">
              <a:lnSpc>
                <a:spcPct val="125000"/>
              </a:lnSpc>
              <a:defRPr/>
            </a:pPr>
            <a:r>
              <a:rPr lang="zh-CN" altLang="en-US" sz="1100">
                <a:solidFill>
                  <a:srgbClr val="FFFFFF"/>
                </a:solidFill>
                <a:latin typeface="Arial" panose="020B0604020202020204" pitchFamily="34" charset="0"/>
              </a:rPr>
              <a:t>外部使用字体 </a:t>
            </a:r>
            <a:r>
              <a:rPr lang="en-US" altLang="zh-CN" sz="1100">
                <a:solidFill>
                  <a:srgbClr val="FFFFFF"/>
                </a:solidFill>
                <a:latin typeface="Arial" panose="020B0604020202020204" pitchFamily="34" charset="0"/>
              </a:rPr>
              <a:t>: Arial</a:t>
            </a: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r>
              <a:rPr lang="zh-CN" altLang="en-US" sz="1100">
                <a:solidFill>
                  <a:srgbClr val="FFFFFF"/>
                </a:solidFill>
                <a:latin typeface="Arial" panose="020B0604020202020204" pitchFamily="34" charset="0"/>
              </a:rPr>
              <a:t>中文标题</a:t>
            </a:r>
            <a:r>
              <a:rPr lang="en-US" altLang="zh-CN" sz="1100">
                <a:solidFill>
                  <a:srgbClr val="FFFFFF"/>
                </a:solidFill>
                <a:latin typeface="Arial" panose="020B0604020202020204" pitchFamily="34" charset="0"/>
              </a:rPr>
              <a:t>:35-47pt</a:t>
            </a:r>
          </a:p>
          <a:p>
            <a:pPr algn="r" eaLnBrk="0" hangingPunct="0">
              <a:lnSpc>
                <a:spcPct val="125000"/>
              </a:lnSpc>
              <a:defRPr/>
            </a:pPr>
            <a:r>
              <a:rPr lang="zh-CN" altLang="en-US" sz="1100">
                <a:solidFill>
                  <a:srgbClr val="FFFFFF"/>
                </a:solidFill>
                <a:latin typeface="Arial" panose="020B0604020202020204" pitchFamily="34" charset="0"/>
              </a:rPr>
              <a:t>字体</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黑体</a:t>
            </a:r>
          </a:p>
          <a:p>
            <a:pPr algn="r" eaLnBrk="0" hangingPunct="0">
              <a:lnSpc>
                <a:spcPct val="125000"/>
              </a:lnSpc>
              <a:defRPr/>
            </a:pPr>
            <a:r>
              <a:rPr lang="en-US" altLang="zh-CN" sz="1100">
                <a:solidFill>
                  <a:srgbClr val="FFFFFF"/>
                </a:solidFill>
                <a:latin typeface="Arial" panose="020B0604020202020204" pitchFamily="34" charset="0"/>
              </a:rPr>
              <a:t>  </a:t>
            </a:r>
            <a:r>
              <a:rPr lang="zh-CN" altLang="en-US" sz="1100">
                <a:solidFill>
                  <a:srgbClr val="FFFFFF"/>
                </a:solidFill>
                <a:latin typeface="Arial" panose="020B0604020202020204" pitchFamily="34" charset="0"/>
              </a:rPr>
              <a:t>副标题</a:t>
            </a:r>
            <a:r>
              <a:rPr lang="en-US" altLang="zh-CN" sz="1100">
                <a:solidFill>
                  <a:srgbClr val="FFFFFF"/>
                </a:solidFill>
                <a:latin typeface="Arial" panose="020B0604020202020204" pitchFamily="34" charset="0"/>
              </a:rPr>
              <a:t>:24-28pt</a:t>
            </a:r>
            <a:endParaRPr lang="zh-CN" altLang="en-US" sz="1100">
              <a:solidFill>
                <a:srgbClr val="FFFFFF"/>
              </a:solidFill>
              <a:latin typeface="Arial" panose="020B0604020202020204" pitchFamily="34" charset="0"/>
            </a:endParaRPr>
          </a:p>
          <a:p>
            <a:pPr algn="r" eaLnBrk="0" hangingPunct="0">
              <a:lnSpc>
                <a:spcPct val="125000"/>
              </a:lnSpc>
              <a:defRPr/>
            </a:pPr>
            <a:r>
              <a:rPr lang="zh-CN" altLang="en-US" sz="1100">
                <a:solidFill>
                  <a:srgbClr val="FFFFFF"/>
                </a:solidFill>
                <a:latin typeface="Arial" panose="020B0604020202020204" pitchFamily="34" charset="0"/>
              </a:rPr>
              <a:t>字体颜色</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反白</a:t>
            </a:r>
          </a:p>
          <a:p>
            <a:pPr algn="r" eaLnBrk="0" hangingPunct="0">
              <a:lnSpc>
                <a:spcPct val="125000"/>
              </a:lnSpc>
              <a:defRPr/>
            </a:pPr>
            <a:r>
              <a:rPr lang="zh-CN" altLang="en-US" sz="1100">
                <a:solidFill>
                  <a:srgbClr val="FFFFFF"/>
                </a:solidFill>
                <a:latin typeface="Arial" panose="020B0604020202020204" pitchFamily="34" charset="0"/>
              </a:rPr>
              <a:t>字体</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细黑体</a:t>
            </a: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spcBef>
                <a:spcPct val="50000"/>
              </a:spcBef>
              <a:defRPr/>
            </a:pPr>
            <a:endParaRPr lang="zh-CN" altLang="en-US" sz="1100">
              <a:solidFill>
                <a:srgbClr val="000000"/>
              </a:solidFill>
              <a:latin typeface="Arial" panose="020B0604020202020204" pitchFamily="34" charset="0"/>
            </a:endParaRPr>
          </a:p>
        </p:txBody>
      </p:sp>
      <p:sp>
        <p:nvSpPr>
          <p:cNvPr id="8" name="Rectangle 11"/>
          <p:cNvSpPr>
            <a:spLocks noChangeArrowheads="1"/>
          </p:cNvSpPr>
          <p:nvPr userDrawn="1"/>
        </p:nvSpPr>
        <p:spPr bwMode="auto">
          <a:xfrm>
            <a:off x="11242427" y="309564"/>
            <a:ext cx="614523" cy="352425"/>
          </a:xfrm>
          <a:prstGeom prst="rect">
            <a:avLst/>
          </a:prstGeom>
          <a:noFill/>
          <a:ln>
            <a:noFill/>
          </a:ln>
          <a:extLst/>
        </p:spPr>
        <p:txBody>
          <a:bodyPr wrap="none" lIns="83596" tIns="41795" rIns="83596" bIns="41795">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defRPr/>
            </a:pPr>
            <a:r>
              <a:rPr lang="zh-CN" altLang="en-US" sz="1700" b="1">
                <a:solidFill>
                  <a:srgbClr val="777777"/>
                </a:solidFill>
                <a:latin typeface="FrutigerNext LT Regular" pitchFamily="34" charset="0"/>
              </a:rPr>
              <a:t>绝密</a:t>
            </a:r>
          </a:p>
        </p:txBody>
      </p:sp>
      <p:cxnSp>
        <p:nvCxnSpPr>
          <p:cNvPr id="9" name="AcnStpConnector_ID_220170"/>
          <p:cNvCxnSpPr>
            <a:cxnSpLocks noChangeShapeType="1"/>
          </p:cNvCxnSpPr>
          <p:nvPr userDrawn="1">
            <p:custDataLst>
              <p:tags r:id="rId1"/>
            </p:custDataLst>
          </p:nvPr>
        </p:nvCxnSpPr>
        <p:spPr bwMode="gray">
          <a:xfrm>
            <a:off x="9189255" y="188913"/>
            <a:ext cx="0" cy="0"/>
          </a:xfrm>
          <a:prstGeom prst="straightConnector1">
            <a:avLst/>
          </a:prstGeom>
          <a:noFill/>
          <a:ln w="9525">
            <a:solidFill>
              <a:srgbClr val="000000"/>
            </a:solidFill>
            <a:round/>
            <a:headEnd/>
            <a:tailEnd/>
          </a:ln>
        </p:spPr>
      </p:cxnSp>
      <p:cxnSp>
        <p:nvCxnSpPr>
          <p:cNvPr id="10" name="AcnStpConnector_ID_220171"/>
          <p:cNvCxnSpPr>
            <a:cxnSpLocks noChangeShapeType="1"/>
          </p:cNvCxnSpPr>
          <p:nvPr userDrawn="1">
            <p:custDataLst>
              <p:tags r:id="rId2"/>
            </p:custDataLst>
          </p:nvPr>
        </p:nvCxnSpPr>
        <p:spPr bwMode="gray">
          <a:xfrm>
            <a:off x="9189255" y="452438"/>
            <a:ext cx="0" cy="0"/>
          </a:xfrm>
          <a:prstGeom prst="straightConnector1">
            <a:avLst/>
          </a:prstGeom>
          <a:noFill/>
          <a:ln w="9525">
            <a:solidFill>
              <a:srgbClr val="000000"/>
            </a:solidFill>
            <a:round/>
            <a:headEnd/>
            <a:tailEnd/>
          </a:ln>
        </p:spPr>
      </p:cxnSp>
      <p:grpSp>
        <p:nvGrpSpPr>
          <p:cNvPr id="11" name="Group 18"/>
          <p:cNvGrpSpPr>
            <a:grpSpLocks/>
          </p:cNvGrpSpPr>
          <p:nvPr userDrawn="1"/>
        </p:nvGrpSpPr>
        <p:grpSpPr bwMode="auto">
          <a:xfrm>
            <a:off x="0" y="0"/>
            <a:ext cx="12195175" cy="6858000"/>
            <a:chOff x="1" y="1"/>
            <a:chExt cx="7681" cy="4320"/>
          </a:xfrm>
        </p:grpSpPr>
        <p:pic>
          <p:nvPicPr>
            <p:cNvPr id="12" name="Picture 19" descr="封面元素2"/>
            <p:cNvPicPr>
              <a:picLocks noChangeAspect="1" noChangeArrowheads="1"/>
            </p:cNvPicPr>
            <p:nvPr userDrawn="1"/>
          </p:nvPicPr>
          <p:blipFill>
            <a:blip r:embed="rId4" cstate="print"/>
            <a:srcRect/>
            <a:stretch>
              <a:fillRect/>
            </a:stretch>
          </p:blipFill>
          <p:spPr bwMode="auto">
            <a:xfrm>
              <a:off x="1" y="1"/>
              <a:ext cx="7681" cy="4320"/>
            </a:xfrm>
            <a:prstGeom prst="rect">
              <a:avLst/>
            </a:prstGeom>
            <a:noFill/>
            <a:ln w="9525">
              <a:noFill/>
              <a:miter lim="800000"/>
              <a:headEnd/>
              <a:tailEnd/>
            </a:ln>
          </p:spPr>
        </p:pic>
        <p:sp>
          <p:nvSpPr>
            <p:cNvPr id="13" name="Rectangle 20"/>
            <p:cNvSpPr>
              <a:spLocks noChangeArrowheads="1"/>
            </p:cNvSpPr>
            <p:nvPr userDrawn="1"/>
          </p:nvSpPr>
          <p:spPr bwMode="auto">
            <a:xfrm>
              <a:off x="6555" y="3482"/>
              <a:ext cx="604" cy="629"/>
            </a:xfrm>
            <a:prstGeom prst="rect">
              <a:avLst/>
            </a:prstGeom>
            <a:solidFill>
              <a:schemeClr val="bg1"/>
            </a:solidFill>
            <a:ln>
              <a:noFill/>
            </a:ln>
            <a:extLst/>
          </p:spPr>
          <p:txBody>
            <a:bodyPr wrap="none" anchor="ctr"/>
            <a:lstStyle>
              <a:lvl1pPr defTabSz="1085850">
                <a:defRPr>
                  <a:solidFill>
                    <a:schemeClr val="tx1"/>
                  </a:solidFill>
                  <a:latin typeface="Calibri" panose="020F0502020204030204" pitchFamily="34" charset="0"/>
                  <a:ea typeface="宋体" panose="02010600030101010101" pitchFamily="2" charset="-122"/>
                </a:defRPr>
              </a:lvl1pPr>
              <a:lvl2pPr marL="742950" indent="-285750" defTabSz="1085850">
                <a:defRPr>
                  <a:solidFill>
                    <a:schemeClr val="tx1"/>
                  </a:solidFill>
                  <a:latin typeface="Calibri" panose="020F0502020204030204" pitchFamily="34" charset="0"/>
                  <a:ea typeface="宋体" panose="02010600030101010101" pitchFamily="2" charset="-122"/>
                </a:defRPr>
              </a:lvl2pPr>
              <a:lvl3pPr marL="1143000" indent="-228600" defTabSz="1085850">
                <a:defRPr>
                  <a:solidFill>
                    <a:schemeClr val="tx1"/>
                  </a:solidFill>
                  <a:latin typeface="Calibri" panose="020F0502020204030204" pitchFamily="34" charset="0"/>
                  <a:ea typeface="宋体" panose="02010600030101010101" pitchFamily="2" charset="-122"/>
                </a:defRPr>
              </a:lvl3pPr>
              <a:lvl4pPr marL="1600200" indent="-228600" defTabSz="1085850">
                <a:defRPr>
                  <a:solidFill>
                    <a:schemeClr val="tx1"/>
                  </a:solidFill>
                  <a:latin typeface="Calibri" panose="020F0502020204030204" pitchFamily="34" charset="0"/>
                  <a:ea typeface="宋体" panose="02010600030101010101" pitchFamily="2" charset="-122"/>
                </a:defRPr>
              </a:lvl4pPr>
              <a:lvl5pPr marL="2057400" indent="-228600" defTabSz="1085850">
                <a:defRPr>
                  <a:solidFill>
                    <a:schemeClr val="tx1"/>
                  </a:solidFill>
                  <a:latin typeface="Calibri" panose="020F0502020204030204" pitchFamily="34" charset="0"/>
                  <a:ea typeface="宋体" panose="02010600030101010101" pitchFamily="2" charset="-122"/>
                </a:defRPr>
              </a:lvl5pPr>
              <a:lvl6pPr marL="25146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sz="1700" b="1">
                <a:solidFill>
                  <a:srgbClr val="000000"/>
                </a:solidFill>
                <a:latin typeface="Arial" panose="020B0604020202020204" pitchFamily="34" charset="0"/>
              </a:endParaRPr>
            </a:p>
          </p:txBody>
        </p:sp>
      </p:grpSp>
      <p:pic>
        <p:nvPicPr>
          <p:cNvPr id="14" name="Picture 21" descr="Logo"/>
          <p:cNvPicPr>
            <a:picLocks noChangeArrowheads="1"/>
          </p:cNvPicPr>
          <p:nvPr userDrawn="1"/>
        </p:nvPicPr>
        <p:blipFill>
          <a:blip r:embed="rId5" cstate="print"/>
          <a:srcRect/>
          <a:stretch>
            <a:fillRect/>
          </a:stretch>
        </p:blipFill>
        <p:spPr bwMode="auto">
          <a:xfrm>
            <a:off x="10327789" y="3505200"/>
            <a:ext cx="838418" cy="762000"/>
          </a:xfrm>
          <a:prstGeom prst="rect">
            <a:avLst/>
          </a:prstGeom>
          <a:noFill/>
          <a:ln w="9525">
            <a:noFill/>
            <a:miter lim="800000"/>
            <a:headEnd/>
            <a:tailEnd/>
          </a:ln>
        </p:spPr>
      </p:pic>
      <p:sp>
        <p:nvSpPr>
          <p:cNvPr id="66564" name="Rectangle 4"/>
          <p:cNvSpPr>
            <a:spLocks noGrp="1" noChangeArrowheads="1"/>
          </p:cNvSpPr>
          <p:nvPr>
            <p:ph type="ctrTitle" sz="quarter"/>
          </p:nvPr>
        </p:nvSpPr>
        <p:spPr>
          <a:xfrm>
            <a:off x="848222" y="1393832"/>
            <a:ext cx="7075248" cy="1666876"/>
          </a:xfrm>
        </p:spPr>
        <p:txBody>
          <a:bodyPr/>
          <a:lstStyle>
            <a:lvl1pPr>
              <a:defRPr sz="3800" b="1">
                <a:solidFill>
                  <a:schemeClr val="bg1"/>
                </a:solidFill>
              </a:defRPr>
            </a:lvl1pPr>
          </a:lstStyle>
          <a:p>
            <a:r>
              <a:rPr lang="zh-CN" altLang="en-US"/>
              <a:t>单击此处编辑母版标题样式</a:t>
            </a:r>
          </a:p>
        </p:txBody>
      </p:sp>
      <p:sp>
        <p:nvSpPr>
          <p:cNvPr id="66565" name="Rectangle 5"/>
          <p:cNvSpPr>
            <a:spLocks noGrp="1" noChangeArrowheads="1"/>
          </p:cNvSpPr>
          <p:nvPr>
            <p:ph type="subTitle" sz="quarter" idx="1"/>
          </p:nvPr>
        </p:nvSpPr>
        <p:spPr>
          <a:xfrm>
            <a:off x="912944" y="3179766"/>
            <a:ext cx="7073543" cy="868362"/>
          </a:xfrm>
        </p:spPr>
        <p:txBody>
          <a:bodyPr lIns="83646" tIns="41820" rIns="83646" bIns="41820"/>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5" name="Rectangle 9"/>
          <p:cNvSpPr>
            <a:spLocks noGrp="1" noChangeArrowheads="1"/>
          </p:cNvSpPr>
          <p:nvPr>
            <p:ph type="dt" sz="quarter" idx="10"/>
          </p:nvPr>
        </p:nvSpPr>
        <p:spPr>
          <a:xfrm>
            <a:off x="913051" y="285750"/>
            <a:ext cx="2845541" cy="476250"/>
          </a:xfrm>
          <a:prstGeom prst="rect">
            <a:avLst/>
          </a:prstGeom>
        </p:spPr>
        <p:txBody>
          <a:bodyPr lIns="83646" tIns="41820" rIns="83646" bIns="41820"/>
          <a:lstStyle>
            <a:lvl1pPr eaLnBrk="1" fontAlgn="auto" hangingPunct="1">
              <a:lnSpc>
                <a:spcPct val="100000"/>
              </a:lnSpc>
              <a:spcBef>
                <a:spcPts val="0"/>
              </a:spcBef>
              <a:spcAft>
                <a:spcPts val="0"/>
              </a:spcAft>
              <a:defRPr>
                <a:solidFill>
                  <a:srgbClr val="000000"/>
                </a:solidFill>
                <a:latin typeface="FrutigerNext LT Regular"/>
                <a:ea typeface="华文细黑"/>
                <a:cs typeface="+mn-cs"/>
              </a:defRPr>
            </a:lvl1pPr>
          </a:lstStyle>
          <a:p>
            <a:pPr>
              <a:defRPr/>
            </a:pPr>
            <a:endParaRPr lang="en-US" altLang="zh-CN"/>
          </a:p>
        </p:txBody>
      </p:sp>
    </p:spTree>
    <p:extLst>
      <p:ext uri="{BB962C8B-B14F-4D97-AF65-F5344CB8AC3E}">
        <p14:creationId xmlns:p14="http://schemas.microsoft.com/office/powerpoint/2010/main" val="124458189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77967" y="44450"/>
            <a:ext cx="10977416" cy="908051"/>
          </a:xfrm>
          <a:prstGeom prst="rect">
            <a:avLst/>
          </a:prstGeom>
        </p:spPr>
        <p:txBody>
          <a:bodyPr lIns="91407" tIns="45702" rIns="91407" bIns="45702"/>
          <a:lstStyle/>
          <a:p>
            <a:r>
              <a:rPr lang="zh-CN" altLang="en-US"/>
              <a:t>单击此处编辑母版标题样式</a:t>
            </a:r>
          </a:p>
        </p:txBody>
      </p:sp>
      <p:sp>
        <p:nvSpPr>
          <p:cNvPr id="3" name="日期占位符 2"/>
          <p:cNvSpPr>
            <a:spLocks noGrp="1"/>
          </p:cNvSpPr>
          <p:nvPr>
            <p:ph type="dt" sz="half" idx="10"/>
          </p:nvPr>
        </p:nvSpPr>
        <p:spPr>
          <a:xfrm>
            <a:off x="8482634" y="6489701"/>
            <a:ext cx="2797903" cy="455613"/>
          </a:xfrm>
          <a:prstGeom prst="rect">
            <a:avLst/>
          </a:prstGeom>
        </p:spPr>
        <p:txBody>
          <a:bodyPr lIns="193524" tIns="96762" rIns="193524" bIns="96762"/>
          <a:lstStyle>
            <a:lvl1pPr eaLnBrk="1" fontAlgn="auto" hangingPunct="1">
              <a:spcBef>
                <a:spcPts val="0"/>
              </a:spcBef>
              <a:spcAft>
                <a:spcPts val="0"/>
              </a:spcAft>
              <a:defRPr>
                <a:solidFill>
                  <a:srgbClr val="000000"/>
                </a:solidFill>
                <a:latin typeface="FrutigerNext LT Medium"/>
                <a:ea typeface="华文细黑"/>
                <a:cs typeface="+mn-cs"/>
              </a:defRPr>
            </a:lvl1pPr>
          </a:lstStyle>
          <a:p>
            <a:pPr>
              <a:defRPr/>
            </a:pPr>
            <a:endParaRPr lang="en-GB"/>
          </a:p>
        </p:txBody>
      </p:sp>
    </p:spTree>
    <p:extLst>
      <p:ext uri="{BB962C8B-B14F-4D97-AF65-F5344CB8AC3E}">
        <p14:creationId xmlns:p14="http://schemas.microsoft.com/office/powerpoint/2010/main" val="122678688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527198" y="404818"/>
            <a:ext cx="10918492" cy="5430837"/>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3" name="Rectangle 5"/>
          <p:cNvSpPr>
            <a:spLocks noGrp="1" noChangeArrowheads="1"/>
          </p:cNvSpPr>
          <p:nvPr>
            <p:ph type="dt" sz="half" idx="10"/>
          </p:nvPr>
        </p:nvSpPr>
        <p:spPr>
          <a:xfrm>
            <a:off x="8484222" y="6489701"/>
            <a:ext cx="2796315" cy="455613"/>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000000"/>
                </a:solidFill>
                <a:latin typeface="FrutigerNext LT Medium" pitchFamily="34" charset="0"/>
                <a:ea typeface="华文细黑" pitchFamily="2" charset="-122"/>
                <a:cs typeface="Arial" pitchFamily="34" charset="0"/>
              </a:defRPr>
            </a:lvl1pPr>
          </a:lstStyle>
          <a:p>
            <a:r>
              <a:rPr lang="de-DE" altLang="zh-CN"/>
              <a:t>Page </a:t>
            </a:r>
            <a:fld id="{374AA930-5DBB-4738-B8B9-A61267FD4652}" type="slidenum">
              <a:rPr lang="de-DE" altLang="zh-CN"/>
              <a:pPr/>
              <a:t>‹#›</a:t>
            </a:fld>
            <a:endParaRPr lang="en-GB" altLang="zh-CN"/>
          </a:p>
        </p:txBody>
      </p:sp>
    </p:spTree>
    <p:extLst>
      <p:ext uri="{BB962C8B-B14F-4D97-AF65-F5344CB8AC3E}">
        <p14:creationId xmlns:p14="http://schemas.microsoft.com/office/powerpoint/2010/main" val="1457337789"/>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2" y="5589597"/>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0" y="782639"/>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183" y="6207128"/>
            <a:ext cx="3483143"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000000"/>
                </a:solidFill>
                <a:latin typeface="FrutigerNext LT Bold" pitchFamily="1" charset="0"/>
                <a:ea typeface="ＭＳ Ｐゴシック" pitchFamily="34" charset="-128"/>
              </a:rPr>
              <a:t>HUAWEI TECHNOLOGIES CO., LTD.</a:t>
            </a:r>
            <a:endParaRPr lang="en-US" altLang="zh-CN" sz="2933" dirty="0">
              <a:solidFill>
                <a:srgbClr val="000000"/>
              </a:solidFill>
              <a:latin typeface="Arial" pitchFamily="34" charset="0"/>
              <a:ea typeface="ＭＳ Ｐゴシック" pitchFamily="34" charset="-128"/>
            </a:endParaRPr>
          </a:p>
        </p:txBody>
      </p:sp>
      <p:sp>
        <p:nvSpPr>
          <p:cNvPr id="7" name="Text Box 22"/>
          <p:cNvSpPr txBox="1">
            <a:spLocks noChangeArrowheads="1"/>
          </p:cNvSpPr>
          <p:nvPr/>
        </p:nvSpPr>
        <p:spPr bwMode="auto">
          <a:xfrm>
            <a:off x="9635459" y="4094164"/>
            <a:ext cx="1788705"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FFFFFF"/>
                </a:solidFill>
                <a:latin typeface="FrutigerNext LT Regular"/>
                <a:ea typeface="MS PGothic" pitchFamily="34" charset="-128"/>
              </a:rPr>
              <a:t>www.huawei.com</a:t>
            </a:r>
          </a:p>
        </p:txBody>
      </p:sp>
      <p:sp>
        <p:nvSpPr>
          <p:cNvPr id="8" name="Rectangle 23"/>
          <p:cNvSpPr>
            <a:spLocks noChangeArrowheads="1"/>
          </p:cNvSpPr>
          <p:nvPr/>
        </p:nvSpPr>
        <p:spPr bwMode="auto">
          <a:xfrm>
            <a:off x="5314225" y="6207125"/>
            <a:ext cx="2196874" cy="353998"/>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600" dirty="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591" y="247651"/>
            <a:ext cx="1874671" cy="395099"/>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867" b="1" dirty="0">
                <a:solidFill>
                  <a:srgbClr val="666666"/>
                </a:solidFill>
                <a:latin typeface="FrutigerNext LT Regular"/>
                <a:ea typeface="MS PGothic" pitchFamily="34" charset="-128"/>
              </a:rPr>
              <a:t>Security Level: </a:t>
            </a:r>
          </a:p>
        </p:txBody>
      </p:sp>
      <p:sp>
        <p:nvSpPr>
          <p:cNvPr id="10" name="Text Box 66"/>
          <p:cNvSpPr txBox="1">
            <a:spLocks noChangeArrowheads="1"/>
          </p:cNvSpPr>
          <p:nvPr/>
        </p:nvSpPr>
        <p:spPr bwMode="auto">
          <a:xfrm>
            <a:off x="-2625350" y="1322393"/>
            <a:ext cx="2625350" cy="5018031"/>
          </a:xfrm>
          <a:prstGeom prst="rect">
            <a:avLst/>
          </a:prstGeom>
          <a:noFill/>
          <a:ln w="9525" algn="ctr">
            <a:noFill/>
            <a:miter lim="800000"/>
            <a:headEnd/>
            <a:tailEnd/>
          </a:ln>
          <a:effectLst/>
        </p:spPr>
        <p:txBody>
          <a:bodyPr lIns="106800" tIns="53399" rIns="106800" bIns="53399">
            <a:spAutoFit/>
          </a:bodyPr>
          <a:lstStyle/>
          <a:p>
            <a:pPr algn="r" defTabSz="1068373" eaLnBrk="0" hangingPunct="0">
              <a:lnSpc>
                <a:spcPct val="125000"/>
              </a:lnSpc>
              <a:defRPr/>
            </a:pPr>
            <a:r>
              <a:rPr lang="zh-CN" altLang="en-US" sz="1467" dirty="0">
                <a:solidFill>
                  <a:srgbClr val="FFFFFF"/>
                </a:solidFill>
              </a:rPr>
              <a:t>英文标题</a:t>
            </a:r>
            <a:r>
              <a:rPr lang="en-US" altLang="zh-CN" sz="1467" dirty="0">
                <a:solidFill>
                  <a:srgbClr val="FFFFFF"/>
                </a:solidFill>
              </a:rPr>
              <a:t>:40-47pt  </a:t>
            </a:r>
          </a:p>
          <a:p>
            <a:pPr algn="r" defTabSz="1068373" eaLnBrk="0" hangingPunct="0">
              <a:lnSpc>
                <a:spcPct val="125000"/>
              </a:lnSpc>
              <a:defRPr/>
            </a:pPr>
            <a:r>
              <a:rPr lang="zh-CN" altLang="en-US" sz="1467" dirty="0">
                <a:solidFill>
                  <a:srgbClr val="FFFFFF"/>
                </a:solidFill>
              </a:rPr>
              <a:t>副标题</a:t>
            </a:r>
            <a:r>
              <a:rPr lang="en-US" altLang="zh-CN" sz="1467" dirty="0">
                <a:solidFill>
                  <a:srgbClr val="FFFFFF"/>
                </a:solidFill>
              </a:rPr>
              <a:t>:26-30pt</a:t>
            </a:r>
          </a:p>
          <a:p>
            <a:pPr algn="r" defTabSz="1068373" eaLnBrk="0" hangingPunct="0">
              <a:lnSpc>
                <a:spcPct val="125000"/>
              </a:lnSpc>
              <a:defRPr/>
            </a:pPr>
            <a:r>
              <a:rPr lang="zh-CN" altLang="en-US" sz="1467" dirty="0">
                <a:solidFill>
                  <a:srgbClr val="FFFFFF"/>
                </a:solidFill>
              </a:rPr>
              <a:t>字体颜色</a:t>
            </a:r>
            <a:r>
              <a:rPr lang="en-US" altLang="zh-CN" sz="1467" dirty="0">
                <a:solidFill>
                  <a:srgbClr val="FFFFFF"/>
                </a:solidFill>
              </a:rPr>
              <a:t>:</a:t>
            </a:r>
            <a:r>
              <a:rPr lang="zh-CN" altLang="en-US" sz="1467" dirty="0">
                <a:solidFill>
                  <a:srgbClr val="FFFFFF"/>
                </a:solidFill>
              </a:rPr>
              <a:t>反白</a:t>
            </a:r>
          </a:p>
          <a:p>
            <a:pPr algn="r" defTabSz="1068373" eaLnBrk="0" hangingPunct="0">
              <a:lnSpc>
                <a:spcPct val="125000"/>
              </a:lnSpc>
              <a:defRPr/>
            </a:pPr>
            <a:r>
              <a:rPr lang="zh-CN" altLang="en-US" sz="1467" dirty="0">
                <a:solidFill>
                  <a:srgbClr val="FFFFFF"/>
                </a:solidFill>
              </a:rPr>
              <a:t>内部使用字体 </a:t>
            </a:r>
            <a:r>
              <a:rPr lang="en-US" altLang="zh-CN" sz="1467" dirty="0">
                <a:solidFill>
                  <a:srgbClr val="FFFFFF"/>
                </a:solidFill>
              </a:rPr>
              <a:t>:</a:t>
            </a:r>
          </a:p>
          <a:p>
            <a:pPr algn="r" defTabSz="1068373" eaLnBrk="0" hangingPunct="0">
              <a:lnSpc>
                <a:spcPct val="125000"/>
              </a:lnSpc>
              <a:defRPr/>
            </a:pPr>
            <a:r>
              <a:rPr lang="en-US" altLang="zh-CN" sz="1467" dirty="0" err="1">
                <a:solidFill>
                  <a:srgbClr val="FFFFFF"/>
                </a:solidFill>
              </a:rPr>
              <a:t>FrutigerNext</a:t>
            </a:r>
            <a:r>
              <a:rPr lang="en-US" altLang="zh-CN" sz="1467" dirty="0">
                <a:solidFill>
                  <a:srgbClr val="FFFFFF"/>
                </a:solidFill>
              </a:rPr>
              <a:t> LT Medium</a:t>
            </a:r>
          </a:p>
          <a:p>
            <a:pPr algn="r" defTabSz="1068373" eaLnBrk="0" hangingPunct="0">
              <a:lnSpc>
                <a:spcPct val="125000"/>
              </a:lnSpc>
              <a:defRPr/>
            </a:pPr>
            <a:r>
              <a:rPr lang="zh-CN" altLang="en-US" sz="1467" dirty="0">
                <a:solidFill>
                  <a:srgbClr val="FFFFFF"/>
                </a:solidFill>
              </a:rPr>
              <a:t>外部使用字体 </a:t>
            </a:r>
            <a:r>
              <a:rPr lang="en-US" altLang="zh-CN" sz="1467" dirty="0">
                <a:solidFill>
                  <a:srgbClr val="FFFFFF"/>
                </a:solidFill>
              </a:rPr>
              <a:t>: Arial</a:t>
            </a: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r>
              <a:rPr lang="zh-CN" altLang="en-US" sz="1467" dirty="0">
                <a:solidFill>
                  <a:srgbClr val="FFFFFF"/>
                </a:solidFill>
              </a:rPr>
              <a:t>中文标题</a:t>
            </a:r>
            <a:r>
              <a:rPr lang="en-US" altLang="zh-CN" sz="1467" dirty="0">
                <a:solidFill>
                  <a:srgbClr val="FFFFFF"/>
                </a:solidFill>
              </a:rPr>
              <a:t>:35-47pt</a:t>
            </a:r>
          </a:p>
          <a:p>
            <a:pPr algn="r" defTabSz="1068373" eaLnBrk="0" hangingPunct="0">
              <a:lnSpc>
                <a:spcPct val="125000"/>
              </a:lnSpc>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黑体</a:t>
            </a:r>
          </a:p>
          <a:p>
            <a:pPr algn="r" defTabSz="1068373" eaLnBrk="0" hangingPunct="0">
              <a:lnSpc>
                <a:spcPct val="125000"/>
              </a:lnSpc>
              <a:defRPr/>
            </a:pPr>
            <a:r>
              <a:rPr lang="en-US" altLang="zh-CN" sz="1467" dirty="0">
                <a:solidFill>
                  <a:srgbClr val="FFFFFF"/>
                </a:solidFill>
              </a:rPr>
              <a:t>  </a:t>
            </a:r>
            <a:r>
              <a:rPr lang="zh-CN" altLang="en-US" sz="1467" dirty="0">
                <a:solidFill>
                  <a:srgbClr val="FFFFFF"/>
                </a:solidFill>
              </a:rPr>
              <a:t>副标题</a:t>
            </a:r>
            <a:r>
              <a:rPr lang="en-US" altLang="zh-CN" sz="1467" dirty="0">
                <a:solidFill>
                  <a:srgbClr val="FFFFFF"/>
                </a:solidFill>
              </a:rPr>
              <a:t>:24-28pt</a:t>
            </a:r>
            <a:endParaRPr lang="zh-CN" altLang="en-US" sz="1467" dirty="0">
              <a:solidFill>
                <a:srgbClr val="FFFFFF"/>
              </a:solidFill>
            </a:endParaRPr>
          </a:p>
          <a:p>
            <a:pPr algn="r" defTabSz="1068373" eaLnBrk="0" hangingPunct="0">
              <a:lnSpc>
                <a:spcPct val="125000"/>
              </a:lnSpc>
              <a:defRPr/>
            </a:pPr>
            <a:r>
              <a:rPr lang="zh-CN" altLang="en-US" sz="1467" dirty="0">
                <a:solidFill>
                  <a:srgbClr val="FFFFFF"/>
                </a:solidFill>
              </a:rPr>
              <a:t>字体颜色</a:t>
            </a:r>
            <a:r>
              <a:rPr lang="en-US" altLang="zh-CN" sz="1467" dirty="0">
                <a:solidFill>
                  <a:srgbClr val="FFFFFF"/>
                </a:solidFill>
              </a:rPr>
              <a:t>:</a:t>
            </a:r>
            <a:r>
              <a:rPr lang="zh-CN" altLang="en-US" sz="1467" dirty="0">
                <a:solidFill>
                  <a:srgbClr val="FFFFFF"/>
                </a:solidFill>
              </a:rPr>
              <a:t>反白</a:t>
            </a:r>
          </a:p>
          <a:p>
            <a:pPr algn="r" defTabSz="1068373" eaLnBrk="0" hangingPunct="0">
              <a:lnSpc>
                <a:spcPct val="125000"/>
              </a:lnSpc>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细黑体</a:t>
            </a: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spcBef>
                <a:spcPct val="50000"/>
              </a:spcBef>
              <a:defRPr/>
            </a:pPr>
            <a:endParaRPr lang="zh-CN" altLang="en-US" sz="1467" dirty="0">
              <a:solidFill>
                <a:srgbClr val="000000"/>
              </a:solidFill>
            </a:endParaRPr>
          </a:p>
        </p:txBody>
      </p:sp>
      <p:sp>
        <p:nvSpPr>
          <p:cNvPr id="44047" name="Rectangle 15"/>
          <p:cNvSpPr>
            <a:spLocks noGrp="1" noChangeArrowheads="1"/>
          </p:cNvSpPr>
          <p:nvPr>
            <p:ph type="ctrTitle" sz="quarter"/>
          </p:nvPr>
        </p:nvSpPr>
        <p:spPr>
          <a:xfrm>
            <a:off x="849026" y="1392243"/>
            <a:ext cx="7073624" cy="1666875"/>
          </a:xfrm>
        </p:spPr>
        <p:txBody>
          <a:bodyPr/>
          <a:lstStyle>
            <a:lvl1pPr>
              <a:defRPr sz="52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9" y="3182945"/>
            <a:ext cx="7075742" cy="865187"/>
          </a:xfrm>
        </p:spPr>
        <p:txBody>
          <a:bodyPr lIns="80100" tIns="40049" rIns="80100" bIns="40049"/>
          <a:lstStyle>
            <a:lvl1pPr marL="0" indent="0">
              <a:buFont typeface="Wingdings" pitchFamily="2" charset="2"/>
              <a:buNone/>
              <a:defRPr sz="3733">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4" y="282580"/>
            <a:ext cx="2845541" cy="474663"/>
          </a:xfrm>
        </p:spPr>
        <p:txBody>
          <a:bodyPr lIns="80100" tIns="40049" rIns="80100" bIns="40049"/>
          <a:lstStyle>
            <a:lvl1pPr>
              <a:lnSpc>
                <a:spcPct val="100000"/>
              </a:lnSpc>
              <a:defRPr>
                <a:latin typeface="FrutigerNext LT Regular" pitchFamily="34" charset="0"/>
              </a:defRPr>
            </a:lvl1pPr>
          </a:lstStyle>
          <a:p>
            <a:pPr>
              <a:defRPr/>
            </a:pPr>
            <a:fld id="{15526149-8621-431D-BB14-2EC215FF5204}" type="datetime1">
              <a:rPr lang="zh-CN" altLang="en-US">
                <a:solidFill>
                  <a:srgbClr val="000000"/>
                </a:solidFill>
              </a:rPr>
              <a:pPr>
                <a:defRPr/>
              </a:pPr>
              <a:t>2025/12/19</a:t>
            </a:fld>
            <a:endParaRPr lang="en-US" altLang="zh-CN">
              <a:solidFill>
                <a:srgbClr val="000000"/>
              </a:solidFill>
            </a:endParaRPr>
          </a:p>
        </p:txBody>
      </p:sp>
    </p:spTree>
    <p:extLst>
      <p:ext uri="{BB962C8B-B14F-4D97-AF65-F5344CB8AC3E}">
        <p14:creationId xmlns:p14="http://schemas.microsoft.com/office/powerpoint/2010/main" val="2758627893"/>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C32E5358-FC28-40A2-A3EE-EEB0206344F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99834810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9"/>
            <a:ext cx="10365899"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667"/>
            </a:lvl1pPr>
            <a:lvl2pPr marL="609279" indent="0">
              <a:buNone/>
              <a:defRPr sz="2400"/>
            </a:lvl2pPr>
            <a:lvl3pPr marL="1218584" indent="0">
              <a:buNone/>
              <a:defRPr sz="2133"/>
            </a:lvl3pPr>
            <a:lvl4pPr marL="1827873" indent="0">
              <a:buNone/>
              <a:defRPr sz="1867"/>
            </a:lvl4pPr>
            <a:lvl5pPr marL="2437170" indent="0">
              <a:buNone/>
              <a:defRPr sz="1867"/>
            </a:lvl5pPr>
            <a:lvl6pPr marL="3046449" indent="0">
              <a:buNone/>
              <a:defRPr sz="1867"/>
            </a:lvl6pPr>
            <a:lvl7pPr marL="3655727" indent="0">
              <a:buNone/>
              <a:defRPr sz="1867"/>
            </a:lvl7pPr>
            <a:lvl8pPr marL="4265024" indent="0">
              <a:buNone/>
              <a:defRPr sz="1867"/>
            </a:lvl8pPr>
            <a:lvl9pPr marL="4874311" indent="0">
              <a:buNone/>
              <a:defRPr sz="1867"/>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13239AC8-A76F-428D-BE1E-C90FE99C084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56439954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86" y="1641484"/>
            <a:ext cx="5185066" cy="41941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26" y="1641484"/>
            <a:ext cx="5187184" cy="41941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74A2C6AD-2D09-4121-A551-FA6F69C4990B}"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14302189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3" y="274637"/>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3"/>
          </a:xfrm>
        </p:spPr>
        <p:txBody>
          <a:bodyPr anchor="b"/>
          <a:lstStyle>
            <a:lvl1pPr marL="0" indent="0">
              <a:buNone/>
              <a:defRPr sz="3200" b="1"/>
            </a:lvl1pPr>
            <a:lvl2pPr marL="609279" indent="0">
              <a:buNone/>
              <a:defRPr sz="2667" b="1"/>
            </a:lvl2pPr>
            <a:lvl3pPr marL="1218584" indent="0">
              <a:buNone/>
              <a:defRPr sz="2400" b="1"/>
            </a:lvl3pPr>
            <a:lvl4pPr marL="1827873" indent="0">
              <a:buNone/>
              <a:defRPr sz="2133" b="1"/>
            </a:lvl4pPr>
            <a:lvl5pPr marL="2437170" indent="0">
              <a:buNone/>
              <a:defRPr sz="2133" b="1"/>
            </a:lvl5pPr>
            <a:lvl6pPr marL="3046449" indent="0">
              <a:buNone/>
              <a:defRPr sz="2133" b="1"/>
            </a:lvl6pPr>
            <a:lvl7pPr marL="3655727" indent="0">
              <a:buNone/>
              <a:defRPr sz="2133" b="1"/>
            </a:lvl7pPr>
            <a:lvl8pPr marL="4265024" indent="0">
              <a:buNone/>
              <a:defRPr sz="2133" b="1"/>
            </a:lvl8pPr>
            <a:lvl9pPr marL="4874311"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11" y="1535113"/>
            <a:ext cx="5390437" cy="639763"/>
          </a:xfrm>
        </p:spPr>
        <p:txBody>
          <a:bodyPr anchor="b"/>
          <a:lstStyle>
            <a:lvl1pPr marL="0" indent="0">
              <a:buNone/>
              <a:defRPr sz="3200" b="1"/>
            </a:lvl1pPr>
            <a:lvl2pPr marL="609279" indent="0">
              <a:buNone/>
              <a:defRPr sz="2667" b="1"/>
            </a:lvl2pPr>
            <a:lvl3pPr marL="1218584" indent="0">
              <a:buNone/>
              <a:defRPr sz="2400" b="1"/>
            </a:lvl3pPr>
            <a:lvl4pPr marL="1827873" indent="0">
              <a:buNone/>
              <a:defRPr sz="2133" b="1"/>
            </a:lvl4pPr>
            <a:lvl5pPr marL="2437170" indent="0">
              <a:buNone/>
              <a:defRPr sz="2133" b="1"/>
            </a:lvl5pPr>
            <a:lvl6pPr marL="3046449" indent="0">
              <a:buNone/>
              <a:defRPr sz="2133" b="1"/>
            </a:lvl6pPr>
            <a:lvl7pPr marL="3655727" indent="0">
              <a:buNone/>
              <a:defRPr sz="2133" b="1"/>
            </a:lvl7pPr>
            <a:lvl8pPr marL="4265024" indent="0">
              <a:buNone/>
              <a:defRPr sz="2133" b="1"/>
            </a:lvl8pPr>
            <a:lvl9pPr marL="4874311"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5011" y="2174875"/>
            <a:ext cx="539043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5D699AE9-118C-45B4-8149-A3F2669DD68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9215874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260D656C-8CAF-45FA-AAF8-53F412432D1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74742882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B3200203-DC34-45FD-8E21-10D37B944097}"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22509072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49"/>
            <a:ext cx="4012129"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7977" y="273064"/>
            <a:ext cx="6817442"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13"/>
            <a:ext cx="4012129" cy="4691063"/>
          </a:xfrm>
        </p:spPr>
        <p:txBody>
          <a:bodyPr/>
          <a:lstStyle>
            <a:lvl1pPr marL="0" indent="0">
              <a:buNone/>
              <a:defRPr sz="1867"/>
            </a:lvl1pPr>
            <a:lvl2pPr marL="609279" indent="0">
              <a:buNone/>
              <a:defRPr sz="1600"/>
            </a:lvl2pPr>
            <a:lvl3pPr marL="1218584" indent="0">
              <a:buNone/>
              <a:defRPr sz="1333"/>
            </a:lvl3pPr>
            <a:lvl4pPr marL="1827873" indent="0">
              <a:buNone/>
              <a:defRPr sz="1200"/>
            </a:lvl4pPr>
            <a:lvl5pPr marL="2437170" indent="0">
              <a:buNone/>
              <a:defRPr sz="1200"/>
            </a:lvl5pPr>
            <a:lvl6pPr marL="3046449" indent="0">
              <a:buNone/>
              <a:defRPr sz="1200"/>
            </a:lvl6pPr>
            <a:lvl7pPr marL="3655727" indent="0">
              <a:buNone/>
              <a:defRPr sz="1200"/>
            </a:lvl7pPr>
            <a:lvl8pPr marL="4265024" indent="0">
              <a:buNone/>
              <a:defRPr sz="1200"/>
            </a:lvl8pPr>
            <a:lvl9pPr marL="4874311" indent="0">
              <a:buNone/>
              <a:defRPr sz="12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712B0EBB-8F82-4F12-A4ED-FACE3BC7A6F7}"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9397013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1"/>
            <a:ext cx="7317105"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4267"/>
            </a:lvl1pPr>
            <a:lvl2pPr marL="609279" indent="0">
              <a:buNone/>
              <a:defRPr sz="3733"/>
            </a:lvl2pPr>
            <a:lvl3pPr marL="1218584" indent="0">
              <a:buNone/>
              <a:defRPr sz="3200"/>
            </a:lvl3pPr>
            <a:lvl4pPr marL="1827873" indent="0">
              <a:buNone/>
              <a:defRPr sz="2667"/>
            </a:lvl4pPr>
            <a:lvl5pPr marL="2437170" indent="0">
              <a:buNone/>
              <a:defRPr sz="2667"/>
            </a:lvl5pPr>
            <a:lvl6pPr marL="3046449" indent="0">
              <a:buNone/>
              <a:defRPr sz="2667"/>
            </a:lvl6pPr>
            <a:lvl7pPr marL="3655727" indent="0">
              <a:buNone/>
              <a:defRPr sz="2667"/>
            </a:lvl7pPr>
            <a:lvl8pPr marL="4265024" indent="0">
              <a:buNone/>
              <a:defRPr sz="2667"/>
            </a:lvl8pPr>
            <a:lvl9pPr marL="4874311" indent="0">
              <a:buNone/>
              <a:defRPr sz="2667"/>
            </a:lvl9pPr>
          </a:lstStyle>
          <a:p>
            <a:pPr lvl="0"/>
            <a:endParaRPr lang="zh-CN" altLang="en-US" noProof="0"/>
          </a:p>
        </p:txBody>
      </p:sp>
      <p:sp>
        <p:nvSpPr>
          <p:cNvPr id="4" name="文本占位符 3"/>
          <p:cNvSpPr>
            <a:spLocks noGrp="1"/>
          </p:cNvSpPr>
          <p:nvPr>
            <p:ph type="body" sz="half" idx="2"/>
          </p:nvPr>
        </p:nvSpPr>
        <p:spPr>
          <a:xfrm>
            <a:off x="2390340" y="5367361"/>
            <a:ext cx="7317105" cy="804863"/>
          </a:xfrm>
        </p:spPr>
        <p:txBody>
          <a:bodyPr/>
          <a:lstStyle>
            <a:lvl1pPr marL="0" indent="0">
              <a:buNone/>
              <a:defRPr sz="1867"/>
            </a:lvl1pPr>
            <a:lvl2pPr marL="609279" indent="0">
              <a:buNone/>
              <a:defRPr sz="1600"/>
            </a:lvl2pPr>
            <a:lvl3pPr marL="1218584" indent="0">
              <a:buNone/>
              <a:defRPr sz="1333"/>
            </a:lvl3pPr>
            <a:lvl4pPr marL="1827873" indent="0">
              <a:buNone/>
              <a:defRPr sz="1200"/>
            </a:lvl4pPr>
            <a:lvl5pPr marL="2437170" indent="0">
              <a:buNone/>
              <a:defRPr sz="1200"/>
            </a:lvl5pPr>
            <a:lvl6pPr marL="3046449" indent="0">
              <a:buNone/>
              <a:defRPr sz="1200"/>
            </a:lvl6pPr>
            <a:lvl7pPr marL="3655727" indent="0">
              <a:buNone/>
              <a:defRPr sz="1200"/>
            </a:lvl7pPr>
            <a:lvl8pPr marL="4265024" indent="0">
              <a:buNone/>
              <a:defRPr sz="1200"/>
            </a:lvl8pPr>
            <a:lvl9pPr marL="4874311" indent="0">
              <a:buNone/>
              <a:defRPr sz="12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67B3FC7-B385-4A9F-97A9-E2699B74D52E}"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67858373"/>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EE889-E36C-490D-9B15-981C84B5F82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65801497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2" y="115889"/>
            <a:ext cx="2642288" cy="57197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115889"/>
            <a:ext cx="7729962" cy="5719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BA00161-FB38-4854-9722-03F1863ED50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469605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79" y="115892"/>
            <a:ext cx="10329905" cy="871537"/>
          </a:xfrm>
        </p:spPr>
        <p:txBody>
          <a:bodyPr/>
          <a:lstStyle/>
          <a:p>
            <a:r>
              <a:rPr lang="zh-CN" altLang="en-US"/>
              <a:t>单击此处编辑母版标题样式</a:t>
            </a:r>
          </a:p>
        </p:txBody>
      </p:sp>
      <p:sp>
        <p:nvSpPr>
          <p:cNvPr id="3" name="表格占位符 2"/>
          <p:cNvSpPr>
            <a:spLocks noGrp="1"/>
          </p:cNvSpPr>
          <p:nvPr>
            <p:ph type="tbl" idx="1"/>
          </p:nvPr>
        </p:nvSpPr>
        <p:spPr>
          <a:xfrm>
            <a:off x="870178" y="1641484"/>
            <a:ext cx="10575503"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0B96FBE-E18F-4543-9924-93621339586A}"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7886658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971" y="5589589"/>
            <a:ext cx="1017852"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638"/>
            <a:ext cx="1219517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7" y="6207126"/>
            <a:ext cx="261370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200">
                <a:solidFill>
                  <a:srgbClr val="000000"/>
                </a:solidFill>
                <a:latin typeface="FrutigerNext LT Bold" panose="020B0803040504020204" pitchFamily="34" charset="0"/>
              </a:rPr>
              <a:t>HUAWEI TECHNOLOGIES CO., LTD.</a:t>
            </a:r>
            <a:endParaRPr lang="en-US" altLang="zh-CN" sz="220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59" y="4094163"/>
            <a:ext cx="133861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eaLnBrk="0" hangingPunct="0">
              <a:defRPr/>
            </a:pPr>
            <a:r>
              <a:rPr lang="en-US" altLang="zh-CN" sz="1200">
                <a:solidFill>
                  <a:srgbClr val="FFFFFF"/>
                </a:solidFill>
              </a:rPr>
              <a:t>www.huawei.com</a:t>
            </a:r>
          </a:p>
        </p:txBody>
      </p:sp>
      <p:sp>
        <p:nvSpPr>
          <p:cNvPr id="8" name="Rectangle 23"/>
          <p:cNvSpPr>
            <a:spLocks noChangeArrowheads="1"/>
          </p:cNvSpPr>
          <p:nvPr/>
        </p:nvSpPr>
        <p:spPr bwMode="auto">
          <a:xfrm>
            <a:off x="4369938" y="6165851"/>
            <a:ext cx="5279813"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000000"/>
                </a:solidFill>
              </a:rPr>
              <a:t>Huawei Proprietary - Restricted Distribution</a:t>
            </a:r>
            <a:endParaRPr lang="zh-CN" altLang="zh-CN" sz="1400" b="1">
              <a:solidFill>
                <a:srgbClr val="000000"/>
              </a:solidFill>
            </a:endParaRPr>
          </a:p>
          <a:p>
            <a:pPr eaLnBrk="0" hangingPunct="0">
              <a:defRPr/>
            </a:pPr>
            <a:endParaRPr lang="en-US" altLang="zh-CN" sz="1200" b="1">
              <a:solidFill>
                <a:srgbClr val="000000"/>
              </a:solidFill>
              <a:latin typeface="FrutigerNext LT Bold" panose="020B0803040504020204" pitchFamily="34" charset="0"/>
            </a:endParaRPr>
          </a:p>
        </p:txBody>
      </p:sp>
      <p:sp>
        <p:nvSpPr>
          <p:cNvPr id="9" name="Rectangle 25"/>
          <p:cNvSpPr>
            <a:spLocks noChangeArrowheads="1"/>
          </p:cNvSpPr>
          <p:nvPr/>
        </p:nvSpPr>
        <p:spPr bwMode="auto">
          <a:xfrm>
            <a:off x="8979651" y="247651"/>
            <a:ext cx="3134541"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666666"/>
                </a:solidFill>
              </a:rPr>
              <a:t>Security Level:</a:t>
            </a:r>
            <a:r>
              <a:rPr lang="zh-CN" altLang="en-US" sz="1400" b="1">
                <a:solidFill>
                  <a:srgbClr val="666666"/>
                </a:solidFill>
              </a:rPr>
              <a:t>  内部公开</a:t>
            </a:r>
          </a:p>
        </p:txBody>
      </p:sp>
      <p:sp>
        <p:nvSpPr>
          <p:cNvPr id="10" name="Text Box 66"/>
          <p:cNvSpPr txBox="1">
            <a:spLocks noChangeArrowheads="1"/>
          </p:cNvSpPr>
          <p:nvPr/>
        </p:nvSpPr>
        <p:spPr bwMode="auto">
          <a:xfrm>
            <a:off x="-2624821" y="1322388"/>
            <a:ext cx="2624821"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39" tIns="40069" rIns="80139" bIns="40069">
            <a:spAutoFit/>
          </a:bodyPr>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英文标题</a:t>
            </a:r>
            <a:r>
              <a:rPr lang="en-US" altLang="zh-CN" sz="1100">
                <a:solidFill>
                  <a:srgbClr val="FFFFFF"/>
                </a:solidFill>
                <a:latin typeface="Arial" panose="020B0604020202020204" pitchFamily="34" charset="0"/>
                <a:ea typeface="华文细黑" panose="02010600040101010101" pitchFamily="2" charset="-122"/>
              </a:rPr>
              <a:t>:40-47pt  </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副标题</a:t>
            </a:r>
            <a:r>
              <a:rPr lang="en-US" altLang="zh-CN" sz="1100">
                <a:solidFill>
                  <a:srgbClr val="FFFFFF"/>
                </a:solidFill>
                <a:latin typeface="Arial" panose="020B0604020202020204" pitchFamily="34" charset="0"/>
                <a:ea typeface="华文细黑" panose="02010600040101010101" pitchFamily="2" charset="-122"/>
              </a:rPr>
              <a:t>:26-30pt</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反白</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内部使用字体 </a:t>
            </a:r>
            <a:r>
              <a:rPr lang="en-US" altLang="zh-CN" sz="1100">
                <a:solidFill>
                  <a:srgbClr val="FFFFFF"/>
                </a:solidFill>
                <a:latin typeface="Arial" panose="020B0604020202020204" pitchFamily="34" charset="0"/>
                <a:ea typeface="华文细黑" panose="02010600040101010101" pitchFamily="2" charset="-122"/>
              </a:rPr>
              <a:t>:</a:t>
            </a:r>
          </a:p>
          <a:p>
            <a:pPr algn="r" eaLnBrk="0" hangingPunct="0">
              <a:lnSpc>
                <a:spcPct val="125000"/>
              </a:lnSpc>
              <a:defRPr/>
            </a:pPr>
            <a:r>
              <a:rPr lang="en-US" altLang="zh-CN" sz="1100">
                <a:solidFill>
                  <a:srgbClr val="FFFFFF"/>
                </a:solidFill>
                <a:latin typeface="Arial" panose="020B0604020202020204" pitchFamily="34" charset="0"/>
                <a:ea typeface="华文细黑" panose="02010600040101010101" pitchFamily="2" charset="-122"/>
              </a:rPr>
              <a:t>FrutigerNext LT Medium</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外部使用字体 </a:t>
            </a:r>
            <a:r>
              <a:rPr lang="en-US" altLang="zh-CN" sz="1100">
                <a:solidFill>
                  <a:srgbClr val="FFFFFF"/>
                </a:solidFill>
                <a:latin typeface="Arial" panose="020B0604020202020204" pitchFamily="34" charset="0"/>
                <a:ea typeface="华文细黑" panose="02010600040101010101" pitchFamily="2" charset="-122"/>
              </a:rPr>
              <a:t>: Arial</a:t>
            </a: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中文标题</a:t>
            </a:r>
            <a:r>
              <a:rPr lang="en-US" altLang="zh-CN" sz="1100">
                <a:solidFill>
                  <a:srgbClr val="FFFFFF"/>
                </a:solidFill>
                <a:latin typeface="Arial" panose="020B0604020202020204" pitchFamily="34" charset="0"/>
                <a:ea typeface="华文细黑" panose="02010600040101010101" pitchFamily="2" charset="-122"/>
              </a:rPr>
              <a:t>:35-47pt</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黑体</a:t>
            </a:r>
          </a:p>
          <a:p>
            <a:pPr algn="r" eaLnBrk="0" hangingPunct="0">
              <a:lnSpc>
                <a:spcPct val="125000"/>
              </a:lnSpc>
              <a:defRPr/>
            </a:pPr>
            <a:r>
              <a:rPr lang="en-US" altLang="zh-CN" sz="1100">
                <a:solidFill>
                  <a:srgbClr val="FFFFFF"/>
                </a:solidFill>
                <a:latin typeface="Arial" panose="020B0604020202020204" pitchFamily="34" charset="0"/>
                <a:ea typeface="华文细黑" panose="02010600040101010101" pitchFamily="2" charset="-122"/>
              </a:rPr>
              <a:t>  </a:t>
            </a:r>
            <a:r>
              <a:rPr lang="zh-CN" altLang="en-US" sz="1100">
                <a:solidFill>
                  <a:srgbClr val="FFFFFF"/>
                </a:solidFill>
                <a:latin typeface="Arial" panose="020B0604020202020204" pitchFamily="34" charset="0"/>
                <a:ea typeface="华文细黑" panose="02010600040101010101" pitchFamily="2" charset="-122"/>
              </a:rPr>
              <a:t>副标题</a:t>
            </a:r>
            <a:r>
              <a:rPr lang="en-US" altLang="zh-CN" sz="1100">
                <a:solidFill>
                  <a:srgbClr val="FFFFFF"/>
                </a:solidFill>
                <a:latin typeface="Arial" panose="020B0604020202020204" pitchFamily="34" charset="0"/>
                <a:ea typeface="华文细黑" panose="02010600040101010101" pitchFamily="2" charset="-122"/>
              </a:rPr>
              <a:t>:24-28pt</a:t>
            </a: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反白</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细黑体</a:t>
            </a: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spcBef>
                <a:spcPct val="50000"/>
              </a:spcBef>
              <a:defRPr/>
            </a:pPr>
            <a:endParaRPr lang="zh-CN" altLang="en-US" sz="110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240"/>
            <a:ext cx="7073625" cy="1666875"/>
          </a:xfrm>
        </p:spPr>
        <p:txBody>
          <a:bodyPr/>
          <a:lstStyle>
            <a:lvl1pPr>
              <a:defRPr sz="4000" b="0">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0"/>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3051" y="282575"/>
            <a:ext cx="2845541" cy="474663"/>
          </a:xfrm>
        </p:spPr>
        <p:txBody>
          <a:bodyPr lIns="80139" tIns="40069" rIns="80139" bIns="40069"/>
          <a:lstStyle>
            <a:lvl1pPr>
              <a:lnSpc>
                <a:spcPct val="100000"/>
              </a:lnSpc>
              <a:defRPr>
                <a:latin typeface="FrutigerNext LT Regular" panose="020B0503040504020204" pitchFamily="34" charset="0"/>
              </a:defRPr>
            </a:lvl1pPr>
          </a:lstStyle>
          <a:p>
            <a:pPr>
              <a:defRPr/>
            </a:pPr>
            <a:fld id="{71B8F6AD-5823-4D73-A921-6EA7518D7611}" type="datetimeFigureOut">
              <a:rPr lang="zh-CN" altLang="en-US">
                <a:solidFill>
                  <a:srgbClr val="000000"/>
                </a:solidFill>
              </a:rPr>
              <a:pPr>
                <a:defRPr/>
              </a:pPr>
              <a:t>2025/12/19</a:t>
            </a:fld>
            <a:endParaRPr lang="en-US" altLang="zh-CN">
              <a:solidFill>
                <a:srgbClr val="000000"/>
              </a:solidFill>
            </a:endParaRPr>
          </a:p>
        </p:txBody>
      </p:sp>
    </p:spTree>
    <p:extLst>
      <p:ext uri="{BB962C8B-B14F-4D97-AF65-F5344CB8AC3E}">
        <p14:creationId xmlns:p14="http://schemas.microsoft.com/office/powerpoint/2010/main" val="679581928"/>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B99DDFD-C585-414C-9095-67F4C36FEDEB}"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30978513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75"/>
            <a:ext cx="518718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B1BDE087-3A00-45E2-85BB-1CC27AE4473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98476374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CBE05F7E-0A21-4E9A-9388-8AEA10A62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01072980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DD032E3-A15B-4E5A-9151-606A62F85A6E}"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81860015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78" y="115890"/>
            <a:ext cx="10329905" cy="871537"/>
          </a:xfrm>
        </p:spPr>
        <p:txBody>
          <a:bodyPr/>
          <a:lstStyle/>
          <a:p>
            <a:r>
              <a:rPr lang="zh-CN" altLang="en-US"/>
              <a:t>单击此处编辑母版标题样式</a:t>
            </a:r>
          </a:p>
        </p:txBody>
      </p:sp>
      <p:sp>
        <p:nvSpPr>
          <p:cNvPr id="3" name="表格占位符 2"/>
          <p:cNvSpPr>
            <a:spLocks noGrp="1"/>
          </p:cNvSpPr>
          <p:nvPr>
            <p:ph type="tbl" idx="1"/>
          </p:nvPr>
        </p:nvSpPr>
        <p:spPr>
          <a:xfrm>
            <a:off x="870178" y="1641475"/>
            <a:ext cx="10575502"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7BE8EBC-CF2E-4293-9F93-91320D236B5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3754009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178" y="115888"/>
            <a:ext cx="10575502" cy="5719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48804445-9AFA-4AE9-93FD-BF32F58A0F9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62020767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71570358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16618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59339391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91248"/>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759" y="1600205"/>
            <a:ext cx="10975658"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401746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759" y="6356351"/>
            <a:ext cx="2845541" cy="365125"/>
          </a:xfrm>
          <a:prstGeom prst="rect">
            <a:avLst/>
          </a:prstGeom>
        </p:spPr>
        <p:txBody>
          <a:bodyPr/>
          <a:lstStyle/>
          <a:p>
            <a:fld id="{530820CF-B880-4189-942D-D702A7CBA730}" type="datetimeFigureOut">
              <a:rPr lang="zh-CN" altLang="en-US">
                <a:solidFill>
                  <a:srgbClr val="000000"/>
                </a:solidFill>
                <a:latin typeface="Calibri" pitchFamily="34" charset="0"/>
                <a:ea typeface="宋体" pitchFamily="2" charset="-122"/>
              </a:rPr>
              <a:pPr/>
              <a:t>2025/12/19</a:t>
            </a:fld>
            <a:endParaRPr lang="zh-CN" altLang="en-US">
              <a:solidFill>
                <a:srgbClr val="000000"/>
              </a:solidFill>
              <a:latin typeface="Calibri" pitchFamily="34" charset="0"/>
              <a:ea typeface="宋体" pitchFamily="2" charset="-122"/>
            </a:endParaRPr>
          </a:p>
        </p:txBody>
      </p:sp>
      <p:sp>
        <p:nvSpPr>
          <p:cNvPr id="3" name="页脚占位符 2"/>
          <p:cNvSpPr>
            <a:spLocks noGrp="1"/>
          </p:cNvSpPr>
          <p:nvPr>
            <p:ph type="ftr" sz="quarter" idx="11"/>
          </p:nvPr>
        </p:nvSpPr>
        <p:spPr>
          <a:xfrm>
            <a:off x="4166685" y="6356351"/>
            <a:ext cx="3861805" cy="365125"/>
          </a:xfrm>
          <a:prstGeom prst="rect">
            <a:avLst/>
          </a:prstGeom>
        </p:spPr>
        <p:txBody>
          <a:bodyPr/>
          <a:lstStyle/>
          <a:p>
            <a:endParaRPr lang="zh-CN" altLang="en-US">
              <a:solidFill>
                <a:srgbClr val="000000"/>
              </a:solidFill>
              <a:latin typeface="Calibri" pitchFamily="34" charset="0"/>
              <a:ea typeface="宋体" pitchFamily="2" charset="-122"/>
            </a:endParaRPr>
          </a:p>
        </p:txBody>
      </p:sp>
      <p:sp>
        <p:nvSpPr>
          <p:cNvPr id="4" name="灯片编号占位符 3"/>
          <p:cNvSpPr>
            <a:spLocks noGrp="1"/>
          </p:cNvSpPr>
          <p:nvPr>
            <p:ph type="sldNum" sz="quarter" idx="12"/>
          </p:nvPr>
        </p:nvSpPr>
        <p:spPr>
          <a:xfrm>
            <a:off x="8739875" y="6356351"/>
            <a:ext cx="2845541" cy="365125"/>
          </a:xfrm>
          <a:prstGeom prst="rect">
            <a:avLst/>
          </a:prstGeom>
        </p:spPr>
        <p:txBody>
          <a:bodyPr/>
          <a:lstStyle/>
          <a:p>
            <a:fld id="{0C913308-F349-4B6D-A68A-DD1791B4A57B}" type="slidenum">
              <a:rPr lang="zh-CN" altLang="en-US">
                <a:solidFill>
                  <a:srgbClr val="000000"/>
                </a:solidFill>
                <a:latin typeface="Calibri" pitchFamily="34" charset="0"/>
                <a:ea typeface="宋体" pitchFamily="2" charset="-122"/>
              </a:rPr>
              <a:pPr/>
              <a:t>‹#›</a:t>
            </a:fld>
            <a:endParaRPr lang="zh-CN" altLang="en-US">
              <a:solidFill>
                <a:srgbClr val="000000"/>
              </a:solidFill>
              <a:latin typeface="Calibri" pitchFamily="34" charset="0"/>
              <a:ea typeface="宋体" pitchFamily="2" charset="-122"/>
            </a:endParaRPr>
          </a:p>
        </p:txBody>
      </p:sp>
    </p:spTree>
    <p:extLst>
      <p:ext uri="{BB962C8B-B14F-4D97-AF65-F5344CB8AC3E}">
        <p14:creationId xmlns:p14="http://schemas.microsoft.com/office/powerpoint/2010/main" val="1656657457"/>
      </p:ext>
    </p:extLst>
  </p:cSld>
  <p:clrMapOvr>
    <a:masterClrMapping/>
  </p:clrMapOvr>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9951" y="274651"/>
            <a:ext cx="10755466"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775823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userDrawn="1">
  <p:cSld name="课程目标">
    <p:spTree>
      <p:nvGrpSpPr>
        <p:cNvPr id="1" name=""/>
        <p:cNvGrpSpPr/>
        <p:nvPr/>
      </p:nvGrpSpPr>
      <p:grpSpPr>
        <a:xfrm>
          <a:off x="0" y="0"/>
          <a:ext cx="0" cy="0"/>
          <a:chOff x="0" y="0"/>
          <a:chExt cx="0" cy="0"/>
        </a:xfrm>
      </p:grpSpPr>
      <p:sp>
        <p:nvSpPr>
          <p:cNvPr id="2" name="标题 1"/>
          <p:cNvSpPr>
            <a:spLocks noGrp="1"/>
          </p:cNvSpPr>
          <p:nvPr>
            <p:ph type="title"/>
          </p:nvPr>
        </p:nvSpPr>
        <p:spPr>
          <a:xfrm>
            <a:off x="864226" y="240000"/>
            <a:ext cx="10975658" cy="768000"/>
          </a:xfrm>
          <a:prstGeom prst="rect">
            <a:avLst/>
          </a:prstGeom>
        </p:spPr>
        <p:txBody>
          <a:bodyPr/>
          <a:lstStyle/>
          <a:p>
            <a:r>
              <a:rPr lang="zh-CN" altLang="en-US" dirty="0"/>
              <a:t>单击此处编辑母版标题样式</a:t>
            </a:r>
          </a:p>
        </p:txBody>
      </p:sp>
      <p:sp>
        <p:nvSpPr>
          <p:cNvPr id="6" name="内容占位符 2"/>
          <p:cNvSpPr>
            <a:spLocks noGrp="1"/>
          </p:cNvSpPr>
          <p:nvPr>
            <p:ph idx="24"/>
          </p:nvPr>
        </p:nvSpPr>
        <p:spPr>
          <a:xfrm>
            <a:off x="903516" y="1496090"/>
            <a:ext cx="10388171" cy="3936436"/>
          </a:xfrm>
          <a:prstGeom prst="rect">
            <a:avLst/>
          </a:prstGeom>
          <a:noFill/>
          <a:ln w="9525">
            <a:noFill/>
            <a:miter lim="800000"/>
            <a:headEnd/>
            <a:tailEnd/>
          </a:ln>
        </p:spPr>
        <p:txBody>
          <a:bodyPr/>
          <a:lstStyle>
            <a:lvl1pPr algn="l" defTabSz="537985" rtl="0" eaLnBrk="0" fontAlgn="base" hangingPunct="0">
              <a:lnSpc>
                <a:spcPct val="140000"/>
              </a:lnSpc>
              <a:spcBef>
                <a:spcPct val="0"/>
              </a:spcBef>
              <a:spcAft>
                <a:spcPct val="0"/>
              </a:spcAft>
              <a:buClr>
                <a:schemeClr val="tx1">
                  <a:lumMod val="65000"/>
                  <a:lumOff val="35000"/>
                </a:schemeClr>
              </a:buClr>
              <a:buSzPct val="60000"/>
              <a:buFont typeface="Wingdings" pitchFamily="2" charset="2"/>
              <a:buChar char="l"/>
              <a:defRPr lang="en-US" altLang="zh-CN" sz="1754" b="1" smtClean="0">
                <a:solidFill>
                  <a:schemeClr val="tx1">
                    <a:lumMod val="85000"/>
                    <a:lumOff val="15000"/>
                  </a:schemeClr>
                </a:solidFill>
                <a:latin typeface="微软雅黑" pitchFamily="34" charset="-122"/>
                <a:ea typeface="微软雅黑" pitchFamily="34" charset="-122"/>
                <a:cs typeface="微软雅黑" pitchFamily="34" charset="-122"/>
              </a:defRPr>
            </a:lvl1pPr>
            <a:lvl2pPr algn="l" defTabSz="537985" rtl="0" eaLnBrk="0" fontAlgn="base" hangingPunct="0">
              <a:lnSpc>
                <a:spcPct val="140000"/>
              </a:lnSpc>
              <a:spcBef>
                <a:spcPct val="0"/>
              </a:spcBef>
              <a:spcAft>
                <a:spcPct val="0"/>
              </a:spcAft>
              <a:buSzPct val="60000"/>
              <a:buFont typeface="Wingdings" pitchFamily="2" charset="2"/>
              <a:buChar char="p"/>
              <a:defRPr lang="en-US" altLang="zh-CN" sz="1559" b="0" dirty="0" smtClean="0">
                <a:solidFill>
                  <a:schemeClr val="tx1">
                    <a:lumMod val="85000"/>
                    <a:lumOff val="15000"/>
                  </a:schemeClr>
                </a:solidFill>
                <a:latin typeface="微软雅黑" pitchFamily="34" charset="-122"/>
                <a:ea typeface="微软雅黑" pitchFamily="34" charset="-122"/>
                <a:cs typeface="微软雅黑" pitchFamily="34" charset="-122"/>
              </a:defRPr>
            </a:lvl2pPr>
            <a:lvl3pPr algn="l" defTabSz="537985" rtl="0" eaLnBrk="0" fontAlgn="base" hangingPunct="0">
              <a:lnSpc>
                <a:spcPct val="140000"/>
              </a:lnSpc>
              <a:spcBef>
                <a:spcPct val="0"/>
              </a:spcBef>
              <a:spcAft>
                <a:spcPct val="0"/>
              </a:spcAft>
              <a:buSzPct val="60000"/>
              <a:buFont typeface="Wingdings" pitchFamily="2" charset="2"/>
              <a:buChar char="n"/>
              <a:defRPr lang="en-US" altLang="zh-CN" sz="1364" b="0" dirty="0" smtClean="0">
                <a:solidFill>
                  <a:schemeClr val="tx1">
                    <a:lumMod val="85000"/>
                    <a:lumOff val="15000"/>
                  </a:schemeClr>
                </a:solidFill>
                <a:latin typeface="微软雅黑" pitchFamily="34" charset="-122"/>
                <a:ea typeface="微软雅黑" pitchFamily="34" charset="-122"/>
                <a:cs typeface="微软雅黑" pitchFamily="34" charset="-122"/>
              </a:defRPr>
            </a:lvl3pPr>
            <a:lvl4pPr algn="l" defTabSz="537985" rtl="0" eaLnBrk="0" fontAlgn="base" hangingPunct="0">
              <a:lnSpc>
                <a:spcPct val="140000"/>
              </a:lnSpc>
              <a:spcBef>
                <a:spcPct val="0"/>
              </a:spcBef>
              <a:spcAft>
                <a:spcPct val="0"/>
              </a:spcAft>
              <a:buFont typeface="微软雅黑" pitchFamily="34" charset="-122"/>
              <a:buChar char="-"/>
              <a:defRPr lang="en-US" altLang="zh-CN" sz="1266" b="0" dirty="0" smtClean="0">
                <a:solidFill>
                  <a:schemeClr val="tx1">
                    <a:lumMod val="85000"/>
                    <a:lumOff val="15000"/>
                  </a:schemeClr>
                </a:solidFill>
                <a:latin typeface="微软雅黑" pitchFamily="34" charset="-122"/>
                <a:ea typeface="微软雅黑" pitchFamily="34" charset="-122"/>
                <a:cs typeface="微软雅黑" pitchFamily="34" charset="-122"/>
              </a:defRPr>
            </a:lvl4pPr>
            <a:lvl5pPr algn="l" defTabSz="537985" rtl="0" eaLnBrk="0" fontAlgn="base" hangingPunct="0">
              <a:lnSpc>
                <a:spcPct val="140000"/>
              </a:lnSpc>
              <a:spcBef>
                <a:spcPct val="0"/>
              </a:spcBef>
              <a:spcAft>
                <a:spcPct val="0"/>
              </a:spcAft>
              <a:buFont typeface="微软雅黑" pitchFamily="34" charset="-122"/>
              <a:buChar char="~"/>
              <a:defRPr lang="zh-CN" altLang="en-US" sz="1169" b="0" dirty="0">
                <a:solidFill>
                  <a:schemeClr val="tx1">
                    <a:lumMod val="85000"/>
                    <a:lumOff val="15000"/>
                  </a:schemeClr>
                </a:solidFill>
                <a:latin typeface="微软雅黑" pitchFamily="34" charset="-122"/>
                <a:ea typeface="微软雅黑" pitchFamily="34" charset="-122"/>
                <a:cs typeface="微软雅黑" pitchFamily="34" charset="-122"/>
              </a:defRPr>
            </a:lvl5pPr>
          </a:lstStyle>
          <a:p>
            <a:pPr lvl="0"/>
            <a:r>
              <a:rPr lang="en-US" altLang="zh-CN" dirty="0"/>
              <a:t>Click to edit Master text styles</a:t>
            </a:r>
          </a:p>
          <a:p>
            <a:pPr marL="437504" lvl="1" indent="-166965" algn="l" defTabSz="537985" rtl="0" eaLnBrk="0" fontAlgn="base" hangingPunct="0">
              <a:lnSpc>
                <a:spcPct val="140000"/>
              </a:lnSpc>
              <a:spcBef>
                <a:spcPct val="0"/>
              </a:spcBef>
              <a:spcAft>
                <a:spcPct val="0"/>
              </a:spcAft>
              <a:buSzPct val="60000"/>
              <a:buFont typeface="Wingdings" pitchFamily="2" charset="2"/>
              <a:buChar char="p"/>
            </a:pPr>
            <a:r>
              <a:rPr lang="en-US" altLang="zh-CN" dirty="0"/>
              <a:t>Second level</a:t>
            </a:r>
          </a:p>
          <a:p>
            <a:pPr marL="672487" lvl="2" indent="-132955" algn="l" defTabSz="537985" rtl="0" eaLnBrk="0" fontAlgn="base" hangingPunct="0">
              <a:lnSpc>
                <a:spcPct val="140000"/>
              </a:lnSpc>
              <a:spcBef>
                <a:spcPct val="0"/>
              </a:spcBef>
              <a:spcAft>
                <a:spcPct val="0"/>
              </a:spcAft>
              <a:buSzPct val="60000"/>
              <a:buFont typeface="Wingdings" pitchFamily="2" charset="2"/>
              <a:buChar char="n"/>
            </a:pPr>
            <a:r>
              <a:rPr lang="en-US" altLang="zh-CN" dirty="0"/>
              <a:t>Third level</a:t>
            </a:r>
          </a:p>
          <a:p>
            <a:pPr marL="943027" lvl="3" indent="-134502" algn="l" defTabSz="537985" rtl="0" eaLnBrk="0" fontAlgn="base" hangingPunct="0">
              <a:lnSpc>
                <a:spcPct val="140000"/>
              </a:lnSpc>
              <a:spcBef>
                <a:spcPct val="0"/>
              </a:spcBef>
              <a:spcAft>
                <a:spcPct val="0"/>
              </a:spcAft>
              <a:buFont typeface="微软雅黑" pitchFamily="34" charset="-122"/>
              <a:buChar char="-"/>
            </a:pPr>
            <a:r>
              <a:rPr lang="en-US" altLang="zh-CN" dirty="0"/>
              <a:t>Fourth level</a:t>
            </a:r>
          </a:p>
          <a:p>
            <a:pPr marL="1210474" lvl="4" indent="-132955" algn="l" defTabSz="537985" rtl="0" eaLnBrk="0" fontAlgn="base" hangingPunct="0">
              <a:lnSpc>
                <a:spcPct val="140000"/>
              </a:lnSpc>
              <a:spcBef>
                <a:spcPct val="0"/>
              </a:spcBef>
              <a:spcAft>
                <a:spcPct val="0"/>
              </a:spcAft>
              <a:buFont typeface="微软雅黑" pitchFamily="34" charset="-122"/>
              <a:buChar char="~"/>
            </a:pPr>
            <a:r>
              <a:rPr lang="en-US" altLang="zh-CN" dirty="0"/>
              <a:t>Fifth level</a:t>
            </a:r>
            <a:endParaRPr lang="zh-CN" altLang="en-US" dirty="0"/>
          </a:p>
        </p:txBody>
      </p:sp>
    </p:spTree>
    <p:extLst>
      <p:ext uri="{BB962C8B-B14F-4D97-AF65-F5344CB8AC3E}">
        <p14:creationId xmlns:p14="http://schemas.microsoft.com/office/powerpoint/2010/main" val="3604615024"/>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70177" y="115889"/>
            <a:ext cx="10329377" cy="871537"/>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a:xfrm>
            <a:off x="8047247" y="6400802"/>
            <a:ext cx="1219518" cy="283464"/>
          </a:xfrm>
          <a:prstGeom prst="rect">
            <a:avLst/>
          </a:prstGeom>
        </p:spPr>
        <p:txBody>
          <a:bodyPr/>
          <a:lstStyle/>
          <a:p>
            <a:r>
              <a:rPr lang="en-US">
                <a:solidFill>
                  <a:srgbClr val="000000"/>
                </a:solidFill>
              </a:rPr>
              <a:t>Page </a:t>
            </a:r>
            <a:fld id="{6D95434A-1094-4C26-ADA4-1AB6210859AE}" type="slidenum">
              <a:rPr lang="en-US" smtClean="0">
                <a:solidFill>
                  <a:srgbClr val="000000"/>
                </a:solidFill>
              </a:rPr>
              <a:pPr/>
              <a:t>‹#›</a:t>
            </a:fld>
            <a:endParaRPr lang="zh-CN" altLang="en-US" dirty="0">
              <a:solidFill>
                <a:srgbClr val="000000"/>
              </a:solidFill>
            </a:endParaRPr>
          </a:p>
        </p:txBody>
      </p:sp>
      <p:sp>
        <p:nvSpPr>
          <p:cNvPr id="5" name="文本占位符 4"/>
          <p:cNvSpPr>
            <a:spLocks noGrp="1"/>
          </p:cNvSpPr>
          <p:nvPr>
            <p:ph type="body" sz="quarter" idx="11"/>
          </p:nvPr>
        </p:nvSpPr>
        <p:spPr>
          <a:xfrm>
            <a:off x="912523" y="1341438"/>
            <a:ext cx="10562798" cy="460784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62999826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70177" y="115889"/>
            <a:ext cx="10329377" cy="871537"/>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75"/>
            <a:ext cx="5187183" cy="41941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xfrm>
            <a:off x="8484222" y="6669088"/>
            <a:ext cx="2796315" cy="455612"/>
          </a:xfrm>
          <a:prstGeom prst="rect">
            <a:avLst/>
          </a:prstGeom>
          <a:ln/>
        </p:spPr>
        <p:txBody>
          <a:bodyPr/>
          <a:lstStyle>
            <a:lvl1pPr>
              <a:defRPr/>
            </a:lvl1pPr>
          </a:lstStyle>
          <a:p>
            <a:pPr>
              <a:defRPr/>
            </a:pPr>
            <a:r>
              <a:rPr lang="de-DE" altLang="zh-CN">
                <a:solidFill>
                  <a:srgbClr val="000000"/>
                </a:solidFill>
              </a:rPr>
              <a:t>Page </a:t>
            </a:r>
            <a:fld id="{B1BDE087-3A00-45E2-85BB-1CC27AE4473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367525999"/>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3584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36666" y="194292"/>
            <a:ext cx="11189937" cy="952500"/>
          </a:xfrm>
        </p:spPr>
        <p:txBody>
          <a:bodyPr/>
          <a:lstStyle>
            <a:lvl1pPr algn="l">
              <a:defRPr sz="2728" b="1">
                <a:latin typeface="Arial" pitchFamily="34" charset="0"/>
                <a:ea typeface="微软雅黑" pitchFamily="34" charset="-122"/>
                <a:cs typeface="Arial" pitchFamily="34" charset="0"/>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33491" y="1210294"/>
            <a:ext cx="11189937" cy="4903905"/>
          </a:xfrm>
        </p:spPr>
        <p:txBody>
          <a:bodyPr/>
          <a:lstStyle>
            <a:lvl1pPr>
              <a:defRPr sz="1948">
                <a:latin typeface="Arial" pitchFamily="34" charset="0"/>
                <a:ea typeface="微软雅黑" pitchFamily="34" charset="-122"/>
                <a:cs typeface="Arial" pitchFamily="34" charset="0"/>
              </a:defRPr>
            </a:lvl1pPr>
            <a:lvl2pPr>
              <a:defRPr sz="1559">
                <a:latin typeface="Arial" pitchFamily="34" charset="0"/>
                <a:ea typeface="微软雅黑" pitchFamily="34" charset="-122"/>
                <a:cs typeface="Arial" pitchFamily="34" charset="0"/>
              </a:defRPr>
            </a:lvl2pPr>
            <a:lvl3pPr>
              <a:defRPr sz="1559">
                <a:latin typeface="Arial" pitchFamily="34" charset="0"/>
                <a:ea typeface="微软雅黑" pitchFamily="34" charset="-122"/>
                <a:cs typeface="Arial" pitchFamily="34" charset="0"/>
              </a:defRPr>
            </a:lvl3pPr>
            <a:lvl4pPr>
              <a:defRPr sz="1364">
                <a:latin typeface="Arial" pitchFamily="34" charset="0"/>
                <a:ea typeface="微软雅黑" pitchFamily="34" charset="-122"/>
                <a:cs typeface="Arial" pitchFamily="34" charset="0"/>
              </a:defRPr>
            </a:lvl4pPr>
            <a:lvl5pPr>
              <a:defRPr sz="1169">
                <a:latin typeface="Arial" pitchFamily="34" charset="0"/>
                <a:ea typeface="微软雅黑" pitchFamily="34" charset="-122"/>
                <a:cs typeface="Arial" pitchFamily="34"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105456455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3" name="Picture 2" descr="Logo"/>
          <p:cNvPicPr>
            <a:picLocks noChangeAspect="1" noChangeArrowheads="1"/>
          </p:cNvPicPr>
          <p:nvPr/>
        </p:nvPicPr>
        <p:blipFill>
          <a:blip r:embed="rId2" cstate="print"/>
          <a:srcRect/>
          <a:stretch>
            <a:fillRect/>
          </a:stretch>
        </p:blipFill>
        <p:spPr bwMode="auto">
          <a:xfrm>
            <a:off x="10014459" y="5578853"/>
            <a:ext cx="1094602" cy="822325"/>
          </a:xfrm>
          <a:prstGeom prst="rect">
            <a:avLst/>
          </a:prstGeom>
          <a:noFill/>
          <a:ln w="9525">
            <a:noFill/>
            <a:miter lim="800000"/>
            <a:headEnd/>
            <a:tailEnd/>
          </a:ln>
        </p:spPr>
      </p:pic>
      <p:pic>
        <p:nvPicPr>
          <p:cNvPr id="4" name="Picture 3" descr="2"/>
          <p:cNvPicPr>
            <a:picLocks noChangeAspect="1" noChangeArrowheads="1"/>
          </p:cNvPicPr>
          <p:nvPr/>
        </p:nvPicPr>
        <p:blipFill>
          <a:blip r:embed="rId3" cstate="print"/>
          <a:srcRect/>
          <a:stretch>
            <a:fillRect/>
          </a:stretch>
        </p:blipFill>
        <p:spPr bwMode="auto">
          <a:xfrm>
            <a:off x="2120" y="784225"/>
            <a:ext cx="12193057" cy="3810000"/>
          </a:xfrm>
          <a:prstGeom prst="rect">
            <a:avLst/>
          </a:prstGeom>
          <a:noFill/>
          <a:ln w="9525">
            <a:noFill/>
            <a:miter lim="800000"/>
            <a:headEnd/>
            <a:tailEnd/>
          </a:ln>
        </p:spPr>
      </p:pic>
      <p:sp>
        <p:nvSpPr>
          <p:cNvPr id="5" name="Text Box 4"/>
          <p:cNvSpPr txBox="1">
            <a:spLocks noChangeArrowheads="1"/>
          </p:cNvSpPr>
          <p:nvPr/>
        </p:nvSpPr>
        <p:spPr bwMode="auto">
          <a:xfrm>
            <a:off x="870433" y="6191628"/>
            <a:ext cx="2756949" cy="279125"/>
          </a:xfrm>
          <a:prstGeom prst="rect">
            <a:avLst/>
          </a:prstGeom>
          <a:noFill/>
          <a:ln w="9525">
            <a:noFill/>
            <a:miter lim="800000"/>
            <a:headEnd/>
            <a:tailEnd/>
          </a:ln>
        </p:spPr>
        <p:txBody>
          <a:bodyPr wrap="none" lIns="78309" tIns="39153" rIns="78309" bIns="39153">
            <a:spAutoFit/>
          </a:bodyPr>
          <a:lstStyle/>
          <a:p>
            <a:pPr defTabSz="784225" eaLnBrk="0" hangingPunct="0">
              <a:defRPr/>
            </a:pPr>
            <a:r>
              <a:rPr lang="en-US" altLang="zh-CN" sz="1300">
                <a:solidFill>
                  <a:srgbClr val="000000"/>
                </a:solidFill>
                <a:latin typeface="FrutigerNext LT Bold" charset="0"/>
                <a:ea typeface="MS PGothic" panose="020B0600070205080204" pitchFamily="34" charset="-128"/>
              </a:rPr>
              <a:t>HUAWEI TECHNOLOGIES Co., Ltd.</a:t>
            </a:r>
          </a:p>
        </p:txBody>
      </p:sp>
      <p:sp>
        <p:nvSpPr>
          <p:cNvPr id="6" name="Text Box 5"/>
          <p:cNvSpPr txBox="1">
            <a:spLocks noChangeArrowheads="1"/>
          </p:cNvSpPr>
          <p:nvPr/>
        </p:nvSpPr>
        <p:spPr bwMode="auto">
          <a:xfrm>
            <a:off x="9146381" y="3984625"/>
            <a:ext cx="2845541" cy="325438"/>
          </a:xfrm>
          <a:prstGeom prst="rect">
            <a:avLst/>
          </a:prstGeom>
          <a:noFill/>
          <a:ln w="9525">
            <a:noFill/>
            <a:miter lim="800000"/>
            <a:headEnd/>
            <a:tailEnd/>
          </a:ln>
          <a:effectLst/>
        </p:spPr>
        <p:txBody>
          <a:bodyPr lIns="91409" tIns="45704" rIns="91409" bIns="45704"/>
          <a:lstStyle/>
          <a:p>
            <a:pPr>
              <a:defRPr/>
            </a:pPr>
            <a:r>
              <a:rPr lang="en-US" altLang="zh-CN">
                <a:solidFill>
                  <a:srgbClr val="000000"/>
                </a:solidFill>
                <a:latin typeface="FrutigerNext LT Medium"/>
              </a:rPr>
              <a:t>www.huawei.com</a:t>
            </a:r>
          </a:p>
        </p:txBody>
      </p:sp>
      <p:sp>
        <p:nvSpPr>
          <p:cNvPr id="7" name="Rectangle 6"/>
          <p:cNvSpPr>
            <a:spLocks noChangeArrowheads="1"/>
          </p:cNvSpPr>
          <p:nvPr/>
        </p:nvSpPr>
        <p:spPr bwMode="auto">
          <a:xfrm>
            <a:off x="8562263" y="314325"/>
            <a:ext cx="1064018" cy="325292"/>
          </a:xfrm>
          <a:prstGeom prst="rect">
            <a:avLst/>
          </a:prstGeom>
          <a:noFill/>
          <a:ln w="9525" algn="ctr">
            <a:noFill/>
            <a:miter lim="800000"/>
            <a:headEnd/>
            <a:tailEnd/>
          </a:ln>
          <a:effectLst/>
        </p:spPr>
        <p:txBody>
          <a:bodyPr wrap="none" lIns="78309" tIns="39153" rIns="78309" bIns="39153">
            <a:spAutoFit/>
          </a:bodyPr>
          <a:lstStyle/>
          <a:p>
            <a:pPr defTabSz="784225" eaLnBrk="0" hangingPunct="0"/>
            <a:r>
              <a:rPr lang="zh-CN" altLang="en-US" sz="1600">
                <a:solidFill>
                  <a:srgbClr val="666666"/>
                </a:solidFill>
                <a:latin typeface="FrutigerNext LT Regular" panose="020B0503040504020204" pitchFamily="34" charset="0"/>
                <a:ea typeface="ＭＳ Ｐゴシック" pitchFamily="34" charset="-128"/>
              </a:rPr>
              <a:t>内部公开</a:t>
            </a:r>
            <a:r>
              <a:rPr lang="zh-CN" altLang="en-US" sz="1500">
                <a:solidFill>
                  <a:srgbClr val="666666"/>
                </a:solidFill>
                <a:latin typeface="FrutigerNext LT Regular" panose="020B0503040504020204" pitchFamily="34" charset="0"/>
                <a:ea typeface="ＭＳ Ｐゴシック" pitchFamily="34" charset="-128"/>
              </a:rPr>
              <a:t> </a:t>
            </a:r>
          </a:p>
        </p:txBody>
      </p:sp>
      <p:sp>
        <p:nvSpPr>
          <p:cNvPr id="8" name="Rectangle 9"/>
          <p:cNvSpPr>
            <a:spLocks noChangeArrowheads="1"/>
          </p:cNvSpPr>
          <p:nvPr userDrawn="1"/>
        </p:nvSpPr>
        <p:spPr bwMode="auto">
          <a:xfrm>
            <a:off x="5479404" y="6186490"/>
            <a:ext cx="1891175" cy="282896"/>
          </a:xfrm>
          <a:prstGeom prst="rect">
            <a:avLst/>
          </a:prstGeom>
          <a:noFill/>
          <a:ln w="9525" algn="ctr">
            <a:noFill/>
            <a:miter lim="800000"/>
            <a:headEnd/>
            <a:tailEnd/>
          </a:ln>
          <a:effectLst/>
        </p:spPr>
        <p:txBody>
          <a:bodyPr wrap="none" lIns="82044" tIns="41020" rIns="82044" bIns="41020">
            <a:spAutoFit/>
          </a:bodyPr>
          <a:lstStyle/>
          <a:p>
            <a:pPr defTabSz="820738" eaLnBrk="0" hangingPunct="0">
              <a:defRPr/>
            </a:pPr>
            <a:r>
              <a:rPr lang="en-US" altLang="zh-CN" sz="1300">
                <a:solidFill>
                  <a:srgbClr val="000000"/>
                </a:solidFill>
                <a:latin typeface="FrutigerNext LT Bold" charset="0"/>
                <a:ea typeface="MS PGothic" panose="020B0600070205080204" pitchFamily="34" charset="-128"/>
              </a:rPr>
              <a:t>HUAWEI Confidential </a:t>
            </a:r>
          </a:p>
        </p:txBody>
      </p:sp>
      <p:sp>
        <p:nvSpPr>
          <p:cNvPr id="563207" name="Rectangle 7"/>
          <p:cNvSpPr>
            <a:spLocks noGrp="1" noChangeArrowheads="1"/>
          </p:cNvSpPr>
          <p:nvPr>
            <p:ph type="ctrTitle" sz="quarter"/>
          </p:nvPr>
        </p:nvSpPr>
        <p:spPr>
          <a:xfrm>
            <a:off x="914643" y="2195891"/>
            <a:ext cx="7321341" cy="1158875"/>
          </a:xfrm>
        </p:spPr>
        <p:txBody>
          <a:bodyPr lIns="78355" tIns="39177" rIns="78355" bIns="39177"/>
          <a:lstStyle>
            <a:lvl1pPr>
              <a:defRPr/>
            </a:lvl1pPr>
          </a:lstStyle>
          <a:p>
            <a:r>
              <a:rPr lang="zh-CN" altLang="en-US"/>
              <a:t>单击此处编辑母版标题样式</a:t>
            </a:r>
          </a:p>
        </p:txBody>
      </p:sp>
      <p:sp>
        <p:nvSpPr>
          <p:cNvPr id="9" name="Rectangle 8"/>
          <p:cNvSpPr>
            <a:spLocks noGrp="1" noChangeArrowheads="1"/>
          </p:cNvSpPr>
          <p:nvPr>
            <p:ph type="dt" sz="quarter" idx="10"/>
          </p:nvPr>
        </p:nvSpPr>
        <p:spPr>
          <a:xfrm>
            <a:off x="501834" y="165100"/>
            <a:ext cx="2305650" cy="476250"/>
          </a:xfrm>
          <a:prstGeom prst="rect">
            <a:avLst/>
          </a:prstGeom>
        </p:spPr>
        <p:txBody>
          <a:bodyPr lIns="78355" tIns="39177" rIns="78355" bIns="39177"/>
          <a:lstStyle>
            <a:lvl1pPr>
              <a:lnSpc>
                <a:spcPct val="100000"/>
              </a:lnSpc>
              <a:defRPr>
                <a:latin typeface="Arial" pitchFamily="34" charset="0"/>
              </a:defRPr>
            </a:lvl1pPr>
          </a:lstStyle>
          <a:p>
            <a:pPr fontAlgn="auto">
              <a:spcBef>
                <a:spcPts val="0"/>
              </a:spcBef>
              <a:spcAft>
                <a:spcPts val="0"/>
              </a:spcAft>
            </a:pPr>
            <a:endParaRPr lang="en-US" altLang="zh-CN">
              <a:solidFill>
                <a:srgbClr val="000000"/>
              </a:solidFill>
            </a:endParaRPr>
          </a:p>
        </p:txBody>
      </p:sp>
    </p:spTree>
    <p:extLst>
      <p:ext uri="{BB962C8B-B14F-4D97-AF65-F5344CB8AC3E}">
        <p14:creationId xmlns:p14="http://schemas.microsoft.com/office/powerpoint/2010/main" val="1952848578"/>
      </p:ext>
    </p:extLst>
  </p:cSld>
  <p:clrMapOvr>
    <a:masterClrMapping/>
  </p:clrMapOvr>
  <p:transition advClick="0"/>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2" descr="Logo"/>
          <p:cNvPicPr>
            <a:picLocks noChangeAspect="1" noChangeArrowheads="1"/>
          </p:cNvPicPr>
          <p:nvPr/>
        </p:nvPicPr>
        <p:blipFill>
          <a:blip r:embed="rId2" cstate="print"/>
          <a:srcRect/>
          <a:stretch>
            <a:fillRect/>
          </a:stretch>
        </p:blipFill>
        <p:spPr bwMode="auto">
          <a:xfrm>
            <a:off x="10014461" y="5578820"/>
            <a:ext cx="976714" cy="822326"/>
          </a:xfrm>
          <a:prstGeom prst="rect">
            <a:avLst/>
          </a:prstGeom>
          <a:noFill/>
          <a:ln w="9525">
            <a:noFill/>
            <a:miter lim="800000"/>
            <a:headEnd/>
            <a:tailEnd/>
          </a:ln>
        </p:spPr>
      </p:pic>
      <p:pic>
        <p:nvPicPr>
          <p:cNvPr id="4" name="Picture 3" descr="2"/>
          <p:cNvPicPr>
            <a:picLocks noChangeAspect="1" noChangeArrowheads="1"/>
          </p:cNvPicPr>
          <p:nvPr/>
        </p:nvPicPr>
        <p:blipFill>
          <a:blip r:embed="rId3" cstate="print"/>
          <a:srcRect/>
          <a:stretch>
            <a:fillRect/>
          </a:stretch>
        </p:blipFill>
        <p:spPr bwMode="auto">
          <a:xfrm>
            <a:off x="2120" y="784225"/>
            <a:ext cx="12193057" cy="3810000"/>
          </a:xfrm>
          <a:prstGeom prst="rect">
            <a:avLst/>
          </a:prstGeom>
          <a:noFill/>
          <a:ln w="9525">
            <a:noFill/>
            <a:miter lim="800000"/>
            <a:headEnd/>
            <a:tailEnd/>
          </a:ln>
        </p:spPr>
      </p:pic>
      <p:sp>
        <p:nvSpPr>
          <p:cNvPr id="5" name="Text Box 4"/>
          <p:cNvSpPr txBox="1">
            <a:spLocks noChangeArrowheads="1"/>
          </p:cNvSpPr>
          <p:nvPr/>
        </p:nvSpPr>
        <p:spPr bwMode="auto">
          <a:xfrm>
            <a:off x="870429" y="6191585"/>
            <a:ext cx="2946626" cy="280222"/>
          </a:xfrm>
          <a:prstGeom prst="rect">
            <a:avLst/>
          </a:prstGeom>
          <a:noFill/>
          <a:ln w="9525">
            <a:noFill/>
            <a:miter lim="800000"/>
            <a:headEnd/>
            <a:tailEnd/>
          </a:ln>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lumMod val="50000"/>
                  </a:srgbClr>
                </a:solidFill>
                <a:effectLst/>
                <a:uLnTx/>
                <a:uFillTx/>
                <a:latin typeface="FrutigerNext LT Bold" charset="0"/>
                <a:ea typeface="MS PGothic" pitchFamily="34" charset="-128"/>
                <a:cs typeface="+mn-cs"/>
              </a:rPr>
              <a:t>HUAWEI TECHNOLOGIES Co., Ltd.</a:t>
            </a:r>
          </a:p>
        </p:txBody>
      </p:sp>
      <p:sp>
        <p:nvSpPr>
          <p:cNvPr id="6" name="Text Box 5"/>
          <p:cNvSpPr txBox="1">
            <a:spLocks noChangeArrowheads="1"/>
          </p:cNvSpPr>
          <p:nvPr/>
        </p:nvSpPr>
        <p:spPr bwMode="auto">
          <a:xfrm>
            <a:off x="9849481" y="3984625"/>
            <a:ext cx="2283385" cy="325438"/>
          </a:xfrm>
          <a:prstGeom prst="rect">
            <a:avLst/>
          </a:prstGeom>
          <a:noFill/>
          <a:ln w="9525">
            <a:noFill/>
            <a:miter lim="800000"/>
            <a:headEnd/>
            <a:tailEnd/>
          </a:ln>
          <a:effectLst/>
        </p:spPr>
        <p:txBody>
          <a:bodyPr lIns="91561" tIns="45780" rIns="91561" bIns="45780"/>
          <a:lstStyle/>
          <a:p>
            <a:pPr marL="0" marR="0" lvl="0" indent="0" algn="l" defTabSz="916777" rtl="0" eaLnBrk="1" fontAlgn="base" latinLnBrk="0" hangingPunct="1">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solidFill>
                <a:effectLst/>
                <a:uLnTx/>
                <a:uFillTx/>
                <a:latin typeface="Arial" charset="0"/>
                <a:ea typeface="宋体" charset="-122"/>
                <a:cs typeface="+mn-cs"/>
              </a:rPr>
              <a:t>www.huawei.com</a:t>
            </a:r>
          </a:p>
        </p:txBody>
      </p:sp>
      <p:sp>
        <p:nvSpPr>
          <p:cNvPr id="7" name="Rectangle 6"/>
          <p:cNvSpPr>
            <a:spLocks noChangeArrowheads="1"/>
          </p:cNvSpPr>
          <p:nvPr/>
        </p:nvSpPr>
        <p:spPr bwMode="auto">
          <a:xfrm>
            <a:off x="8500860" y="314341"/>
            <a:ext cx="1058943" cy="326055"/>
          </a:xfrm>
          <a:prstGeom prst="rect">
            <a:avLst/>
          </a:prstGeom>
          <a:noFill/>
          <a:ln w="9525" algn="ctr">
            <a:noFill/>
            <a:miter lim="800000"/>
            <a:headEnd/>
            <a:tailEnd/>
          </a:ln>
          <a:effectLst/>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zh-CN" altLang="en-US" sz="1604" b="0" i="0" u="none" strike="noStrike" kern="1200" cap="none" spc="0" normalizeH="0" baseline="0" noProof="0" dirty="0">
                <a:ln>
                  <a:noFill/>
                </a:ln>
                <a:solidFill>
                  <a:srgbClr val="666666"/>
                </a:solidFill>
                <a:effectLst/>
                <a:uLnTx/>
                <a:uFillTx/>
                <a:latin typeface="微软雅黑" pitchFamily="34" charset="-122"/>
                <a:ea typeface="微软雅黑" pitchFamily="34" charset="-122"/>
                <a:cs typeface="+mn-cs"/>
              </a:rPr>
              <a:t>内部公开</a:t>
            </a:r>
            <a:r>
              <a:rPr kumimoji="0" lang="zh-CN" altLang="en-US" sz="1404" b="0" i="0" u="none" strike="noStrike" kern="1200" cap="none" spc="0" normalizeH="0" baseline="0" noProof="0" dirty="0">
                <a:ln>
                  <a:noFill/>
                </a:ln>
                <a:solidFill>
                  <a:srgbClr val="666666"/>
                </a:solidFill>
                <a:effectLst/>
                <a:uLnTx/>
                <a:uFillTx/>
                <a:latin typeface="微软雅黑" pitchFamily="34" charset="-122"/>
                <a:ea typeface="微软雅黑" pitchFamily="34" charset="-122"/>
                <a:cs typeface="+mn-cs"/>
              </a:rPr>
              <a:t> </a:t>
            </a:r>
          </a:p>
        </p:txBody>
      </p:sp>
      <p:sp>
        <p:nvSpPr>
          <p:cNvPr id="8" name="Rectangle 9"/>
          <p:cNvSpPr>
            <a:spLocks noChangeArrowheads="1"/>
          </p:cNvSpPr>
          <p:nvPr userDrawn="1"/>
        </p:nvSpPr>
        <p:spPr bwMode="auto">
          <a:xfrm>
            <a:off x="5479395" y="6186492"/>
            <a:ext cx="1803292" cy="283487"/>
          </a:xfrm>
          <a:prstGeom prst="rect">
            <a:avLst/>
          </a:prstGeom>
          <a:noFill/>
          <a:ln w="9525" algn="ctr">
            <a:noFill/>
            <a:miter lim="800000"/>
            <a:headEnd/>
            <a:tailEnd/>
          </a:ln>
          <a:effectLst/>
        </p:spPr>
        <p:txBody>
          <a:bodyPr wrap="none" lIns="82180" tIns="41090" rIns="82180" bIns="41090">
            <a:spAutoFit/>
          </a:bodyPr>
          <a:lstStyle/>
          <a:p>
            <a:pPr marL="0" marR="0" lvl="0" indent="0" algn="l" defTabSz="822145" rtl="0" eaLnBrk="0" fontAlgn="base" latinLnBrk="0" hangingPunct="0">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lumMod val="50000"/>
                  </a:srgbClr>
                </a:solidFill>
                <a:effectLst/>
                <a:uLnTx/>
                <a:uFillTx/>
                <a:latin typeface="FrutigerNext LT Bold" charset="0"/>
                <a:ea typeface="MS PGothic" pitchFamily="34" charset="-128"/>
                <a:cs typeface="+mn-cs"/>
              </a:rPr>
              <a:t>HUAWEI Confidential </a:t>
            </a:r>
          </a:p>
        </p:txBody>
      </p:sp>
      <p:sp>
        <p:nvSpPr>
          <p:cNvPr id="563207" name="Rectangle 7"/>
          <p:cNvSpPr>
            <a:spLocks noGrp="1" noChangeArrowheads="1"/>
          </p:cNvSpPr>
          <p:nvPr>
            <p:ph type="ctrTitle" sz="quarter"/>
          </p:nvPr>
        </p:nvSpPr>
        <p:spPr>
          <a:xfrm>
            <a:off x="914643" y="2195850"/>
            <a:ext cx="7321341" cy="1158875"/>
          </a:xfrm>
        </p:spPr>
        <p:txBody>
          <a:bodyPr lIns="78288" tIns="39144" rIns="78288" bIns="39144"/>
          <a:lstStyle>
            <a:lvl1pPr>
              <a:defRPr/>
            </a:lvl1pPr>
          </a:lstStyle>
          <a:p>
            <a:r>
              <a:rPr lang="zh-CN" altLang="en-US"/>
              <a:t>单击此处编辑母版标题样式</a:t>
            </a:r>
          </a:p>
        </p:txBody>
      </p:sp>
      <p:sp>
        <p:nvSpPr>
          <p:cNvPr id="9" name="Rectangle 8"/>
          <p:cNvSpPr>
            <a:spLocks noGrp="1" noChangeArrowheads="1"/>
          </p:cNvSpPr>
          <p:nvPr>
            <p:ph type="dt" sz="quarter" idx="10"/>
          </p:nvPr>
        </p:nvSpPr>
        <p:spPr>
          <a:xfrm>
            <a:off x="501834" y="165122"/>
            <a:ext cx="2305650" cy="476250"/>
          </a:xfrm>
        </p:spPr>
        <p:txBody>
          <a:bodyPr lIns="78288" tIns="39144" rIns="78288" bIns="39144"/>
          <a:lstStyle>
            <a:lvl1pPr>
              <a:lnSpc>
                <a:spcPct val="100000"/>
              </a:lnSpc>
              <a:defRPr>
                <a:latin typeface="Arial" pitchFamily="34" charset="0"/>
              </a:defRPr>
            </a:lvl1pPr>
          </a:lstStyle>
          <a:p>
            <a:pPr defTabSz="916777" eaLnBrk="0" hangingPunct="0"/>
            <a:endParaRPr lang="en-US" altLang="zh-CN">
              <a:solidFill>
                <a:srgbClr val="000000"/>
              </a:solidFill>
              <a:ea typeface="ＭＳ Ｐゴシック" pitchFamily="34" charset="-128"/>
            </a:endParaRPr>
          </a:p>
        </p:txBody>
      </p:sp>
    </p:spTree>
    <p:extLst>
      <p:ext uri="{BB962C8B-B14F-4D97-AF65-F5344CB8AC3E}">
        <p14:creationId xmlns:p14="http://schemas.microsoft.com/office/powerpoint/2010/main" val="163292422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D080A53C-2939-405A-8D60-89C025D95A0D}"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88085139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6" y="4407249"/>
            <a:ext cx="10365900" cy="1362075"/>
          </a:xfrm>
        </p:spPr>
        <p:txBody>
          <a:bodyPr anchor="t"/>
          <a:lstStyle>
            <a:lvl1pPr algn="l">
              <a:defRPr sz="4111" b="1" cap="all"/>
            </a:lvl1pPr>
          </a:lstStyle>
          <a:p>
            <a:r>
              <a:rPr lang="zh-CN" altLang="en-US"/>
              <a:t>单击此处编辑母版标题样式</a:t>
            </a:r>
          </a:p>
        </p:txBody>
      </p:sp>
      <p:sp>
        <p:nvSpPr>
          <p:cNvPr id="3" name="文本占位符 2"/>
          <p:cNvSpPr>
            <a:spLocks noGrp="1"/>
          </p:cNvSpPr>
          <p:nvPr>
            <p:ph type="body" idx="1"/>
          </p:nvPr>
        </p:nvSpPr>
        <p:spPr>
          <a:xfrm>
            <a:off x="963336" y="2906731"/>
            <a:ext cx="10365900" cy="1500187"/>
          </a:xfrm>
        </p:spPr>
        <p:txBody>
          <a:bodyPr anchor="b"/>
          <a:lstStyle>
            <a:lvl1pPr marL="0" indent="0">
              <a:buNone/>
              <a:defRPr sz="2005"/>
            </a:lvl1pPr>
            <a:lvl2pPr marL="457982" indent="0">
              <a:buNone/>
              <a:defRPr sz="1805"/>
            </a:lvl2pPr>
            <a:lvl3pPr marL="915971" indent="0">
              <a:buNone/>
              <a:defRPr sz="1604"/>
            </a:lvl3pPr>
            <a:lvl4pPr marL="1373957" indent="0">
              <a:buNone/>
              <a:defRPr sz="1404"/>
            </a:lvl4pPr>
            <a:lvl5pPr marL="1831939" indent="0">
              <a:buNone/>
              <a:defRPr sz="1404"/>
            </a:lvl5pPr>
            <a:lvl6pPr marL="2289927" indent="0">
              <a:buNone/>
              <a:defRPr sz="1404"/>
            </a:lvl6pPr>
            <a:lvl7pPr marL="2747911" indent="0">
              <a:buNone/>
              <a:defRPr sz="1404"/>
            </a:lvl7pPr>
            <a:lvl8pPr marL="3205895" indent="0">
              <a:buNone/>
              <a:defRPr sz="1404"/>
            </a:lvl8pPr>
            <a:lvl9pPr marL="3663882" indent="0">
              <a:buNone/>
              <a:defRPr sz="1404"/>
            </a:lvl9pPr>
          </a:lstStyle>
          <a:p>
            <a:pPr lvl="0"/>
            <a:r>
              <a:rPr lang="zh-CN" altLang="en-US"/>
              <a:t>单击此处编辑母版文本样式</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BD802AAD-D991-4A4E-9F48-8664D545CC67}"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46869462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29961" y="1181117"/>
            <a:ext cx="5276108" cy="4945062"/>
          </a:xfrm>
        </p:spPr>
        <p:txBody>
          <a:bodyPr/>
          <a:lstStyle>
            <a:lvl1pPr>
              <a:defRPr sz="2807"/>
            </a:lvl1pPr>
            <a:lvl2pPr>
              <a:defRPr sz="2406"/>
            </a:lvl2pPr>
            <a:lvl3pPr>
              <a:defRPr sz="2005"/>
            </a:lvl3pPr>
            <a:lvl4pPr>
              <a:defRPr sz="1805"/>
            </a:lvl4pPr>
            <a:lvl5pPr>
              <a:defRPr sz="1805"/>
            </a:lvl5pPr>
            <a:lvl6pPr>
              <a:defRPr sz="1805"/>
            </a:lvl6pPr>
            <a:lvl7pPr>
              <a:defRPr sz="1805"/>
            </a:lvl7pPr>
            <a:lvl8pPr>
              <a:defRPr sz="1805"/>
            </a:lvl8pPr>
            <a:lvl9pPr>
              <a:defRPr sz="18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09316" y="1181117"/>
            <a:ext cx="5276108" cy="4945062"/>
          </a:xfrm>
        </p:spPr>
        <p:txBody>
          <a:bodyPr/>
          <a:lstStyle>
            <a:lvl1pPr>
              <a:defRPr sz="2807"/>
            </a:lvl1pPr>
            <a:lvl2pPr>
              <a:defRPr sz="2406"/>
            </a:lvl2pPr>
            <a:lvl3pPr>
              <a:defRPr sz="2005"/>
            </a:lvl3pPr>
            <a:lvl4pPr>
              <a:defRPr sz="1805"/>
            </a:lvl4pPr>
            <a:lvl5pPr>
              <a:defRPr sz="1805"/>
            </a:lvl5pPr>
            <a:lvl6pPr>
              <a:defRPr sz="1805"/>
            </a:lvl6pPr>
            <a:lvl7pPr>
              <a:defRPr sz="1805"/>
            </a:lvl7pPr>
            <a:lvl8pPr>
              <a:defRPr sz="1805"/>
            </a:lvl8pPr>
            <a:lvl9pPr>
              <a:defRPr sz="18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5D3165DE-6731-4664-91EE-650C87C690F3}"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855211238"/>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3"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85" y="1535118"/>
            <a:ext cx="5388319" cy="639761"/>
          </a:xfrm>
        </p:spPr>
        <p:txBody>
          <a:bodyPr anchor="b"/>
          <a:lstStyle>
            <a:lvl1pPr marL="0" indent="0">
              <a:buNone/>
              <a:defRPr sz="2406" b="1"/>
            </a:lvl1pPr>
            <a:lvl2pPr marL="457982" indent="0">
              <a:buNone/>
              <a:defRPr sz="2005" b="1"/>
            </a:lvl2pPr>
            <a:lvl3pPr marL="915971" indent="0">
              <a:buNone/>
              <a:defRPr sz="1805" b="1"/>
            </a:lvl3pPr>
            <a:lvl4pPr marL="1373957" indent="0">
              <a:buNone/>
              <a:defRPr sz="1604" b="1"/>
            </a:lvl4pPr>
            <a:lvl5pPr marL="1831939" indent="0">
              <a:buNone/>
              <a:defRPr sz="1604" b="1"/>
            </a:lvl5pPr>
            <a:lvl6pPr marL="2289927" indent="0">
              <a:buNone/>
              <a:defRPr sz="1604" b="1"/>
            </a:lvl6pPr>
            <a:lvl7pPr marL="2747911" indent="0">
              <a:buNone/>
              <a:defRPr sz="1604" b="1"/>
            </a:lvl7pPr>
            <a:lvl8pPr marL="3205895" indent="0">
              <a:buNone/>
              <a:defRPr sz="1604" b="1"/>
            </a:lvl8pPr>
            <a:lvl9pPr marL="3663882" indent="0">
              <a:buNone/>
              <a:defRPr sz="1604" b="1"/>
            </a:lvl9pPr>
          </a:lstStyle>
          <a:p>
            <a:pPr lvl="0"/>
            <a:r>
              <a:rPr lang="zh-CN" altLang="en-US"/>
              <a:t>单击此处编辑母版文本样式</a:t>
            </a:r>
          </a:p>
        </p:txBody>
      </p:sp>
      <p:sp>
        <p:nvSpPr>
          <p:cNvPr id="4" name="内容占位符 3"/>
          <p:cNvSpPr>
            <a:spLocks noGrp="1"/>
          </p:cNvSpPr>
          <p:nvPr>
            <p:ph sz="half" idx="2"/>
          </p:nvPr>
        </p:nvSpPr>
        <p:spPr>
          <a:xfrm>
            <a:off x="609785" y="2174875"/>
            <a:ext cx="5388319" cy="3951288"/>
          </a:xfrm>
        </p:spPr>
        <p:txBody>
          <a:bodyPr/>
          <a:lstStyle>
            <a:lvl1pPr>
              <a:defRPr sz="2406"/>
            </a:lvl1pPr>
            <a:lvl2pPr>
              <a:defRPr sz="2005"/>
            </a:lvl2pPr>
            <a:lvl3pPr>
              <a:defRPr sz="1805"/>
            </a:lvl3pPr>
            <a:lvl4pPr>
              <a:defRPr sz="1604"/>
            </a:lvl4pPr>
            <a:lvl5pPr>
              <a:defRPr sz="1604"/>
            </a:lvl5pPr>
            <a:lvl6pPr>
              <a:defRPr sz="1604"/>
            </a:lvl6pPr>
            <a:lvl7pPr>
              <a:defRPr sz="1604"/>
            </a:lvl7pPr>
            <a:lvl8pPr>
              <a:defRPr sz="1604"/>
            </a:lvl8pPr>
            <a:lvl9pPr>
              <a:defRPr sz="160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12" y="1535118"/>
            <a:ext cx="5390437" cy="639761"/>
          </a:xfrm>
        </p:spPr>
        <p:txBody>
          <a:bodyPr anchor="b"/>
          <a:lstStyle>
            <a:lvl1pPr marL="0" indent="0">
              <a:buNone/>
              <a:defRPr sz="2406" b="1"/>
            </a:lvl1pPr>
            <a:lvl2pPr marL="457982" indent="0">
              <a:buNone/>
              <a:defRPr sz="2005" b="1"/>
            </a:lvl2pPr>
            <a:lvl3pPr marL="915971" indent="0">
              <a:buNone/>
              <a:defRPr sz="1805" b="1"/>
            </a:lvl3pPr>
            <a:lvl4pPr marL="1373957" indent="0">
              <a:buNone/>
              <a:defRPr sz="1604" b="1"/>
            </a:lvl4pPr>
            <a:lvl5pPr marL="1831939" indent="0">
              <a:buNone/>
              <a:defRPr sz="1604" b="1"/>
            </a:lvl5pPr>
            <a:lvl6pPr marL="2289927" indent="0">
              <a:buNone/>
              <a:defRPr sz="1604" b="1"/>
            </a:lvl6pPr>
            <a:lvl7pPr marL="2747911" indent="0">
              <a:buNone/>
              <a:defRPr sz="1604" b="1"/>
            </a:lvl7pPr>
            <a:lvl8pPr marL="3205895" indent="0">
              <a:buNone/>
              <a:defRPr sz="1604" b="1"/>
            </a:lvl8pPr>
            <a:lvl9pPr marL="3663882" indent="0">
              <a:buNone/>
              <a:defRPr sz="1604" b="1"/>
            </a:lvl9pPr>
          </a:lstStyle>
          <a:p>
            <a:pPr lvl="0"/>
            <a:r>
              <a:rPr lang="zh-CN" altLang="en-US"/>
              <a:t>单击此处编辑母版文本样式</a:t>
            </a:r>
          </a:p>
        </p:txBody>
      </p:sp>
      <p:sp>
        <p:nvSpPr>
          <p:cNvPr id="6" name="内容占位符 5"/>
          <p:cNvSpPr>
            <a:spLocks noGrp="1"/>
          </p:cNvSpPr>
          <p:nvPr>
            <p:ph sz="quarter" idx="4"/>
          </p:nvPr>
        </p:nvSpPr>
        <p:spPr>
          <a:xfrm>
            <a:off x="6195012" y="2174875"/>
            <a:ext cx="5390437" cy="3951288"/>
          </a:xfrm>
        </p:spPr>
        <p:txBody>
          <a:bodyPr/>
          <a:lstStyle>
            <a:lvl1pPr>
              <a:defRPr sz="2406"/>
            </a:lvl1pPr>
            <a:lvl2pPr>
              <a:defRPr sz="2005"/>
            </a:lvl2pPr>
            <a:lvl3pPr>
              <a:defRPr sz="1805"/>
            </a:lvl3pPr>
            <a:lvl4pPr>
              <a:defRPr sz="1604"/>
            </a:lvl4pPr>
            <a:lvl5pPr>
              <a:defRPr sz="1604"/>
            </a:lvl5pPr>
            <a:lvl6pPr>
              <a:defRPr sz="1604"/>
            </a:lvl6pPr>
            <a:lvl7pPr>
              <a:defRPr sz="1604"/>
            </a:lvl7pPr>
            <a:lvl8pPr>
              <a:defRPr sz="1604"/>
            </a:lvl8pPr>
            <a:lvl9pPr>
              <a:defRPr sz="160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9C53C844-8FCD-41A6-A96C-EC41E929624E}"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70232517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59BE3005-4A35-43E6-A2A9-411097554AA4}"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8059295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83A0E70B-889D-42E8-9BCE-579CD41DC890}"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39577602"/>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70" y="273064"/>
            <a:ext cx="4012129" cy="1162049"/>
          </a:xfrm>
        </p:spPr>
        <p:txBody>
          <a:bodyPr anchor="b"/>
          <a:lstStyle>
            <a:lvl1pPr algn="l">
              <a:defRPr sz="2005" b="1"/>
            </a:lvl1pPr>
          </a:lstStyle>
          <a:p>
            <a:r>
              <a:rPr lang="zh-CN" altLang="en-US"/>
              <a:t>单击此处编辑母版标题样式</a:t>
            </a:r>
          </a:p>
        </p:txBody>
      </p:sp>
      <p:sp>
        <p:nvSpPr>
          <p:cNvPr id="3" name="内容占位符 2"/>
          <p:cNvSpPr>
            <a:spLocks noGrp="1"/>
          </p:cNvSpPr>
          <p:nvPr>
            <p:ph idx="1"/>
          </p:nvPr>
        </p:nvSpPr>
        <p:spPr>
          <a:xfrm>
            <a:off x="4767987" y="273084"/>
            <a:ext cx="6817441" cy="5853113"/>
          </a:xfrm>
        </p:spPr>
        <p:txBody>
          <a:bodyPr/>
          <a:lstStyle>
            <a:lvl1pPr>
              <a:defRPr sz="3108"/>
            </a:lvl1pPr>
            <a:lvl2pPr>
              <a:defRPr sz="2807"/>
            </a:lvl2pPr>
            <a:lvl3pPr>
              <a:defRPr sz="2406"/>
            </a:lvl3pPr>
            <a:lvl4pPr>
              <a:defRPr sz="2005"/>
            </a:lvl4pPr>
            <a:lvl5pPr>
              <a:defRPr sz="2005"/>
            </a:lvl5pPr>
            <a:lvl6pPr>
              <a:defRPr sz="2005"/>
            </a:lvl6pPr>
            <a:lvl7pPr>
              <a:defRPr sz="2005"/>
            </a:lvl7pPr>
            <a:lvl8pPr>
              <a:defRPr sz="2005"/>
            </a:lvl8pPr>
            <a:lvl9pPr>
              <a:defRPr sz="20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70" y="1435114"/>
            <a:ext cx="4012129" cy="4691064"/>
          </a:xfrm>
        </p:spPr>
        <p:txBody>
          <a:bodyPr/>
          <a:lstStyle>
            <a:lvl1pPr marL="0" indent="0">
              <a:buNone/>
              <a:defRPr sz="1404"/>
            </a:lvl1pPr>
            <a:lvl2pPr marL="457982" indent="0">
              <a:buNone/>
              <a:defRPr sz="1203"/>
            </a:lvl2pPr>
            <a:lvl3pPr marL="915971" indent="0">
              <a:buNone/>
              <a:defRPr sz="1003"/>
            </a:lvl3pPr>
            <a:lvl4pPr marL="1373957" indent="0">
              <a:buNone/>
              <a:defRPr sz="902"/>
            </a:lvl4pPr>
            <a:lvl5pPr marL="1831939" indent="0">
              <a:buNone/>
              <a:defRPr sz="902"/>
            </a:lvl5pPr>
            <a:lvl6pPr marL="2289927" indent="0">
              <a:buNone/>
              <a:defRPr sz="902"/>
            </a:lvl6pPr>
            <a:lvl7pPr marL="2747911" indent="0">
              <a:buNone/>
              <a:defRPr sz="902"/>
            </a:lvl7pPr>
            <a:lvl8pPr marL="3205895" indent="0">
              <a:buNone/>
              <a:defRPr sz="902"/>
            </a:lvl8pPr>
            <a:lvl9pPr marL="3663882" indent="0">
              <a:buNone/>
              <a:defRPr sz="902"/>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88ACD62A-AA01-44B9-8B97-6935C5E0DC17}"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45888919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38" y="4800612"/>
            <a:ext cx="7317105" cy="566739"/>
          </a:xfrm>
        </p:spPr>
        <p:txBody>
          <a:bodyPr anchor="b"/>
          <a:lstStyle>
            <a:lvl1pPr algn="l">
              <a:defRPr sz="2005" b="1"/>
            </a:lvl1pPr>
          </a:lstStyle>
          <a:p>
            <a:r>
              <a:rPr lang="zh-CN" altLang="en-US"/>
              <a:t>单击此处编辑母版标题样式</a:t>
            </a:r>
          </a:p>
        </p:txBody>
      </p:sp>
      <p:sp>
        <p:nvSpPr>
          <p:cNvPr id="3" name="图片占位符 2"/>
          <p:cNvSpPr>
            <a:spLocks noGrp="1"/>
          </p:cNvSpPr>
          <p:nvPr>
            <p:ph type="pic" idx="1"/>
          </p:nvPr>
        </p:nvSpPr>
        <p:spPr>
          <a:xfrm>
            <a:off x="2390338" y="612790"/>
            <a:ext cx="7317105" cy="4114800"/>
          </a:xfrm>
        </p:spPr>
        <p:txBody>
          <a:bodyPr/>
          <a:lstStyle>
            <a:lvl1pPr marL="0" indent="0">
              <a:buNone/>
              <a:defRPr sz="3108"/>
            </a:lvl1pPr>
            <a:lvl2pPr marL="457982" indent="0">
              <a:buNone/>
              <a:defRPr sz="2807"/>
            </a:lvl2pPr>
            <a:lvl3pPr marL="915971" indent="0">
              <a:buNone/>
              <a:defRPr sz="2406"/>
            </a:lvl3pPr>
            <a:lvl4pPr marL="1373957" indent="0">
              <a:buNone/>
              <a:defRPr sz="2005"/>
            </a:lvl4pPr>
            <a:lvl5pPr marL="1831939" indent="0">
              <a:buNone/>
              <a:defRPr sz="2005"/>
            </a:lvl5pPr>
            <a:lvl6pPr marL="2289927" indent="0">
              <a:buNone/>
              <a:defRPr sz="2005"/>
            </a:lvl6pPr>
            <a:lvl7pPr marL="2747911" indent="0">
              <a:buNone/>
              <a:defRPr sz="2005"/>
            </a:lvl7pPr>
            <a:lvl8pPr marL="3205895" indent="0">
              <a:buNone/>
              <a:defRPr sz="2005"/>
            </a:lvl8pPr>
            <a:lvl9pPr marL="3663882" indent="0">
              <a:buNone/>
              <a:defRPr sz="2005"/>
            </a:lvl9pPr>
          </a:lstStyle>
          <a:p>
            <a:pPr lvl="0"/>
            <a:endParaRPr lang="zh-CN" altLang="en-US" noProof="0"/>
          </a:p>
        </p:txBody>
      </p:sp>
      <p:sp>
        <p:nvSpPr>
          <p:cNvPr id="4" name="文本占位符 3"/>
          <p:cNvSpPr>
            <a:spLocks noGrp="1"/>
          </p:cNvSpPr>
          <p:nvPr>
            <p:ph type="body" sz="half" idx="2"/>
          </p:nvPr>
        </p:nvSpPr>
        <p:spPr>
          <a:xfrm>
            <a:off x="2390338" y="5367347"/>
            <a:ext cx="7317105" cy="804862"/>
          </a:xfrm>
        </p:spPr>
        <p:txBody>
          <a:bodyPr/>
          <a:lstStyle>
            <a:lvl1pPr marL="0" indent="0">
              <a:buNone/>
              <a:defRPr sz="1404"/>
            </a:lvl1pPr>
            <a:lvl2pPr marL="457982" indent="0">
              <a:buNone/>
              <a:defRPr sz="1203"/>
            </a:lvl2pPr>
            <a:lvl3pPr marL="915971" indent="0">
              <a:buNone/>
              <a:defRPr sz="1003"/>
            </a:lvl3pPr>
            <a:lvl4pPr marL="1373957" indent="0">
              <a:buNone/>
              <a:defRPr sz="902"/>
            </a:lvl4pPr>
            <a:lvl5pPr marL="1831939" indent="0">
              <a:buNone/>
              <a:defRPr sz="902"/>
            </a:lvl5pPr>
            <a:lvl6pPr marL="2289927" indent="0">
              <a:buNone/>
              <a:defRPr sz="902"/>
            </a:lvl6pPr>
            <a:lvl7pPr marL="2747911" indent="0">
              <a:buNone/>
              <a:defRPr sz="902"/>
            </a:lvl7pPr>
            <a:lvl8pPr marL="3205895" indent="0">
              <a:buNone/>
              <a:defRPr sz="902"/>
            </a:lvl8pPr>
            <a:lvl9pPr marL="3663882" indent="0">
              <a:buNone/>
              <a:defRPr sz="902"/>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ED326659-3E79-4F47-A82D-4B3DA898B9BF}"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291877666"/>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F48414CC-155C-491E-9C9C-3F08B25BEC06}"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39039733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96667" y="274684"/>
            <a:ext cx="2688866"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29980" y="274684"/>
            <a:ext cx="7863347"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7D41ED49-27EF-4D87-B335-AE64134F08B6}"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06427180"/>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7" name="直接箭头连接符 6"/>
          <p:cNvCxnSpPr/>
          <p:nvPr userDrawn="1"/>
        </p:nvCxnSpPr>
        <p:spPr bwMode="auto">
          <a:xfrm>
            <a:off x="335455" y="5085184"/>
            <a:ext cx="11620316" cy="0"/>
          </a:xfrm>
          <a:prstGeom prst="straightConnector1">
            <a:avLst/>
          </a:prstGeom>
          <a:ln w="25400">
            <a:solidFill>
              <a:schemeClr val="accent3">
                <a:lumMod val="65000"/>
              </a:schemeClr>
            </a:solidFill>
            <a:tailEnd type="arrow"/>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接连接符 10"/>
          <p:cNvCxnSpPr/>
          <p:nvPr userDrawn="1"/>
        </p:nvCxnSpPr>
        <p:spPr bwMode="auto">
          <a:xfrm flipV="1">
            <a:off x="4849126"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2" name="矩形 11"/>
          <p:cNvSpPr/>
          <p:nvPr userDrawn="1"/>
        </p:nvSpPr>
        <p:spPr>
          <a:xfrm>
            <a:off x="3216759" y="620694"/>
            <a:ext cx="1379942" cy="452473"/>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Analyze Opportunity</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3" name="矩形 12"/>
          <p:cNvSpPr/>
          <p:nvPr userDrawn="1"/>
        </p:nvSpPr>
        <p:spPr>
          <a:xfrm>
            <a:off x="3120518" y="2908160"/>
            <a:ext cx="1475977" cy="272478"/>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Apply for ATI</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4" name="矩形 13"/>
          <p:cNvSpPr/>
          <p:nvPr userDrawn="1"/>
        </p:nvSpPr>
        <p:spPr>
          <a:xfrm>
            <a:off x="3085067" y="5114354"/>
            <a:ext cx="1475977" cy="272021"/>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Qualify Opportunity</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5" name="TextBox 14"/>
          <p:cNvSpPr txBox="1"/>
          <p:nvPr userDrawn="1"/>
        </p:nvSpPr>
        <p:spPr>
          <a:xfrm>
            <a:off x="11187478" y="5100043"/>
            <a:ext cx="410242" cy="381183"/>
          </a:xfrm>
          <a:prstGeom prst="rect">
            <a:avLst/>
          </a:prstGeom>
          <a:noFill/>
        </p:spPr>
        <p:txBody>
          <a:bodyPr wrap="none" lIns="91592" tIns="45795" rIns="91592" bIns="45795"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805" b="0" i="0" u="none" strike="noStrike" kern="1200" cap="none" spc="0" normalizeH="0" baseline="0" noProof="0" dirty="0">
                <a:ln>
                  <a:noFill/>
                </a:ln>
                <a:solidFill>
                  <a:prstClr val="black"/>
                </a:solidFill>
                <a:effectLst/>
                <a:uLnTx/>
                <a:uFillTx/>
                <a:latin typeface="Calibri"/>
                <a:ea typeface="宋体"/>
                <a:cs typeface="+mn-cs"/>
              </a:rPr>
              <a:t>L3</a:t>
            </a:r>
            <a:endParaRPr kumimoji="0" lang="zh-CN" altLang="en-US" sz="1805" b="0" i="0" u="none" strike="noStrike" kern="1200" cap="none" spc="0" normalizeH="0" baseline="0" noProof="0" dirty="0">
              <a:ln>
                <a:noFill/>
              </a:ln>
              <a:solidFill>
                <a:prstClr val="black"/>
              </a:solidFill>
              <a:effectLst/>
              <a:uLnTx/>
              <a:uFillTx/>
              <a:latin typeface="Calibri"/>
              <a:ea typeface="宋体"/>
              <a:cs typeface="+mn-cs"/>
            </a:endParaRPr>
          </a:p>
        </p:txBody>
      </p:sp>
      <p:sp>
        <p:nvSpPr>
          <p:cNvPr id="17" name="矩形 16"/>
          <p:cNvSpPr/>
          <p:nvPr userDrawn="1"/>
        </p:nvSpPr>
        <p:spPr>
          <a:xfrm>
            <a:off x="4969545" y="550437"/>
            <a:ext cx="1920712" cy="646331"/>
          </a:xfrm>
          <a:prstGeom prst="rect">
            <a:avLst/>
          </a:prstGeom>
        </p:spPr>
        <p:txBody>
          <a:bodyPr wrap="square" lIns="91592" tIns="45795" rIns="91592" bIns="45795">
            <a:spAutoFit/>
          </a:bodyPr>
          <a:lstStyle/>
          <a:p>
            <a:pPr marL="0" marR="0" lvl="0" indent="0" algn="ctr" defTabSz="916777" rtl="0" eaLnBrk="1" fontAlgn="ctr"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Create/Reengineer KDM  vision based toward HUAWEI</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8" name="矩形 17"/>
          <p:cNvSpPr/>
          <p:nvPr userDrawn="1"/>
        </p:nvSpPr>
        <p:spPr>
          <a:xfrm>
            <a:off x="4873482" y="2708938"/>
            <a:ext cx="2088438"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Confirm the preliminary solution with customer</a:t>
            </a:r>
          </a:p>
        </p:txBody>
      </p:sp>
      <p:sp>
        <p:nvSpPr>
          <p:cNvPr id="19" name="矩形 18"/>
          <p:cNvSpPr/>
          <p:nvPr userDrawn="1"/>
        </p:nvSpPr>
        <p:spPr>
          <a:xfrm>
            <a:off x="5005768" y="5130890"/>
            <a:ext cx="1764085" cy="272478"/>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Get Customer Buy-in</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21" name="矩形 20"/>
          <p:cNvSpPr/>
          <p:nvPr userDrawn="1"/>
        </p:nvSpPr>
        <p:spPr>
          <a:xfrm>
            <a:off x="6906230" y="764729"/>
            <a:ext cx="1344500" cy="272478"/>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Develop Proposal</a:t>
            </a:r>
          </a:p>
        </p:txBody>
      </p:sp>
      <p:sp>
        <p:nvSpPr>
          <p:cNvPr id="22" name="矩形 21"/>
          <p:cNvSpPr/>
          <p:nvPr userDrawn="1"/>
        </p:nvSpPr>
        <p:spPr>
          <a:xfrm>
            <a:off x="7002289" y="2421216"/>
            <a:ext cx="1632605" cy="239307"/>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Apply  &amp; Execute ATB </a:t>
            </a:r>
          </a:p>
        </p:txBody>
      </p:sp>
      <p:sp>
        <p:nvSpPr>
          <p:cNvPr id="23" name="矩形 22"/>
          <p:cNvSpPr/>
          <p:nvPr userDrawn="1"/>
        </p:nvSpPr>
        <p:spPr>
          <a:xfrm>
            <a:off x="6906216" y="3717045"/>
            <a:ext cx="1784335" cy="452473"/>
          </a:xfrm>
          <a:prstGeom prst="rect">
            <a:avLst/>
          </a:prstGeom>
        </p:spPr>
        <p:txBody>
          <a:bodyPr wrap="square" lIns="91592" tIns="45795" rIns="91592" bIns="45795">
            <a:spAutoFit/>
          </a:bodyPr>
          <a:lstStyle/>
          <a:p>
            <a:pPr marL="0" marR="0" lvl="0" indent="0" algn="ctr" defTabSz="916777" rtl="0" eaLnBrk="0" fontAlgn="auto" latinLnBrk="0" hangingPunct="0">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Clarify Solution and Enter Shortlist</a:t>
            </a:r>
          </a:p>
        </p:txBody>
      </p:sp>
      <p:sp>
        <p:nvSpPr>
          <p:cNvPr id="24" name="矩形 23"/>
          <p:cNvSpPr/>
          <p:nvPr userDrawn="1"/>
        </p:nvSpPr>
        <p:spPr>
          <a:xfrm>
            <a:off x="8651406" y="548685"/>
            <a:ext cx="1575717"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Perform Contract Negotiation</a:t>
            </a:r>
          </a:p>
        </p:txBody>
      </p:sp>
      <p:sp>
        <p:nvSpPr>
          <p:cNvPr id="25" name="矩形 24"/>
          <p:cNvSpPr/>
          <p:nvPr userDrawn="1"/>
        </p:nvSpPr>
        <p:spPr>
          <a:xfrm>
            <a:off x="8747442" y="2823662"/>
            <a:ext cx="1440535" cy="461665"/>
          </a:xfrm>
          <a:prstGeom prst="rect">
            <a:avLst/>
          </a:prstGeom>
        </p:spPr>
        <p:txBody>
          <a:bodyPr wrap="square" lIns="91592" tIns="45795" rIns="91592" bIns="45795">
            <a:spAutoFit/>
          </a:bodyPr>
          <a:lstStyle/>
          <a:p>
            <a:pPr marL="0" marR="0" lvl="0" indent="0" algn="ctr"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Apply &amp; Execute ATC</a:t>
            </a:r>
          </a:p>
        </p:txBody>
      </p:sp>
      <p:sp>
        <p:nvSpPr>
          <p:cNvPr id="26" name="矩形 25"/>
          <p:cNvSpPr/>
          <p:nvPr userDrawn="1"/>
        </p:nvSpPr>
        <p:spPr>
          <a:xfrm>
            <a:off x="10207307" y="749881"/>
            <a:ext cx="1167726" cy="239307"/>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Sign Contract</a:t>
            </a:r>
          </a:p>
        </p:txBody>
      </p:sp>
      <p:sp>
        <p:nvSpPr>
          <p:cNvPr id="27" name="矩形 26"/>
          <p:cNvSpPr/>
          <p:nvPr userDrawn="1"/>
        </p:nvSpPr>
        <p:spPr>
          <a:xfrm>
            <a:off x="10131096" y="2764087"/>
            <a:ext cx="1536572" cy="380732"/>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Close Opportunity &amp; Generate PO</a:t>
            </a:r>
          </a:p>
        </p:txBody>
      </p:sp>
      <p:sp>
        <p:nvSpPr>
          <p:cNvPr id="29" name="矩形 28"/>
          <p:cNvSpPr/>
          <p:nvPr userDrawn="1"/>
        </p:nvSpPr>
        <p:spPr>
          <a:xfrm>
            <a:off x="8891582" y="5085201"/>
            <a:ext cx="1911755"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Negotiate and Generate Contract</a:t>
            </a:r>
          </a:p>
        </p:txBody>
      </p:sp>
      <p:sp>
        <p:nvSpPr>
          <p:cNvPr id="30" name="矩形 29"/>
          <p:cNvSpPr/>
          <p:nvPr userDrawn="1"/>
        </p:nvSpPr>
        <p:spPr>
          <a:xfrm>
            <a:off x="6782808" y="5128065"/>
            <a:ext cx="2099852"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Develop and Propose Proposal</a:t>
            </a:r>
          </a:p>
        </p:txBody>
      </p:sp>
      <p:sp>
        <p:nvSpPr>
          <p:cNvPr id="46" name="矩形 45"/>
          <p:cNvSpPr/>
          <p:nvPr userDrawn="1"/>
        </p:nvSpPr>
        <p:spPr>
          <a:xfrm>
            <a:off x="815654" y="548685"/>
            <a:ext cx="1592723"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Explore Customer Pain Points</a:t>
            </a:r>
            <a:endParaRPr kumimoji="0" lang="zh-CN" altLang="en-US" sz="1203" b="1" i="0" u="none" strike="noStrike" kern="1200" cap="none" spc="0" normalizeH="0" baseline="0" noProof="0" dirty="0">
              <a:ln>
                <a:noFill/>
              </a:ln>
              <a:solidFill>
                <a:srgbClr val="000000"/>
              </a:solidFill>
              <a:effectLst/>
              <a:uLnTx/>
              <a:uFillTx/>
              <a:latin typeface="Calibri"/>
              <a:ea typeface="华文细黑" pitchFamily="2" charset="-122"/>
              <a:cs typeface="+mn-cs"/>
            </a:endParaRPr>
          </a:p>
        </p:txBody>
      </p:sp>
      <p:sp>
        <p:nvSpPr>
          <p:cNvPr id="47" name="矩形 46"/>
          <p:cNvSpPr/>
          <p:nvPr userDrawn="1"/>
        </p:nvSpPr>
        <p:spPr>
          <a:xfrm>
            <a:off x="719626" y="1700827"/>
            <a:ext cx="1920712" cy="462758"/>
          </a:xfrm>
          <a:prstGeom prst="rect">
            <a:avLst/>
          </a:prstGeom>
        </p:spPr>
        <p:txBody>
          <a:bodyPr wrap="square" lIns="91592" tIns="45795" rIns="91592" bIns="45795">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Create</a:t>
            </a:r>
            <a:r>
              <a:rPr kumimoji="0" lang="en-US" altLang="zh-CN" sz="1203" b="1" i="0" u="none" strike="noStrike" kern="1200" cap="none" spc="0" normalizeH="0" baseline="0" noProof="0" dirty="0">
                <a:ln>
                  <a:noFill/>
                </a:ln>
                <a:solidFill>
                  <a:prstClr val="black"/>
                </a:solidFill>
                <a:effectLst/>
                <a:uLnTx/>
                <a:uFillTx/>
                <a:latin typeface="Calibri"/>
                <a:ea typeface="宋体"/>
                <a:cs typeface="+mn-cs"/>
              </a:rPr>
              <a:t>/Reengineer KDM's Vision</a:t>
            </a:r>
          </a:p>
        </p:txBody>
      </p:sp>
      <p:sp>
        <p:nvSpPr>
          <p:cNvPr id="48" name="矩形 47"/>
          <p:cNvSpPr/>
          <p:nvPr userDrawn="1"/>
        </p:nvSpPr>
        <p:spPr>
          <a:xfrm>
            <a:off x="815629" y="2493238"/>
            <a:ext cx="1728642" cy="462824"/>
          </a:xfrm>
          <a:prstGeom prst="rect">
            <a:avLst/>
          </a:prstGeom>
        </p:spPr>
        <p:txBody>
          <a:bodyPr wrap="square" lIns="91592" tIns="45795" rIns="91592" bIns="45795">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宋体"/>
                <a:cs typeface="+mn-cs"/>
              </a:rPr>
              <a:t>Influence Budget or Initiate Buying Process</a:t>
            </a:r>
          </a:p>
        </p:txBody>
      </p:sp>
      <p:cxnSp>
        <p:nvCxnSpPr>
          <p:cNvPr id="49" name="直接连接符 48"/>
          <p:cNvCxnSpPr/>
          <p:nvPr userDrawn="1"/>
        </p:nvCxnSpPr>
        <p:spPr bwMode="auto">
          <a:xfrm flipV="1">
            <a:off x="2766853" y="548680"/>
            <a:ext cx="56781" cy="4493640"/>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2" name="直接连接符 51"/>
          <p:cNvCxnSpPr/>
          <p:nvPr userDrawn="1"/>
        </p:nvCxnSpPr>
        <p:spPr bwMode="auto">
          <a:xfrm flipV="1">
            <a:off x="6903994"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3" name="直接连接符 52"/>
          <p:cNvCxnSpPr/>
          <p:nvPr userDrawn="1"/>
        </p:nvCxnSpPr>
        <p:spPr bwMode="auto">
          <a:xfrm flipV="1">
            <a:off x="8632635"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4" name="矩形 53"/>
          <p:cNvSpPr/>
          <p:nvPr userDrawn="1"/>
        </p:nvSpPr>
        <p:spPr>
          <a:xfrm>
            <a:off x="763957" y="5157533"/>
            <a:ext cx="1579687" cy="277687"/>
          </a:xfrm>
          <a:prstGeom prst="rect">
            <a:avLst/>
          </a:prstGeom>
        </p:spPr>
        <p:txBody>
          <a:bodyPr wrap="none" lIns="91592" tIns="45795" rIns="91592" bIns="45795">
            <a:spAutoFit/>
          </a:bodyPr>
          <a:lstStyle/>
          <a:p>
            <a:pPr marL="0" marR="0" lvl="0" indent="0" algn="ctr"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Track &amp; Nurture Lead</a:t>
            </a:r>
          </a:p>
        </p:txBody>
      </p:sp>
      <p:grpSp>
        <p:nvGrpSpPr>
          <p:cNvPr id="2" name="组合 55"/>
          <p:cNvGrpSpPr/>
          <p:nvPr userDrawn="1"/>
        </p:nvGrpSpPr>
        <p:grpSpPr>
          <a:xfrm>
            <a:off x="815630" y="5578354"/>
            <a:ext cx="10371852" cy="432048"/>
            <a:chOff x="395536" y="5517232"/>
            <a:chExt cx="7776864" cy="432048"/>
          </a:xfrm>
        </p:grpSpPr>
        <p:grpSp>
          <p:nvGrpSpPr>
            <p:cNvPr id="3" name="组合 54"/>
            <p:cNvGrpSpPr/>
            <p:nvPr userDrawn="1"/>
          </p:nvGrpSpPr>
          <p:grpSpPr>
            <a:xfrm>
              <a:off x="737071" y="5600273"/>
              <a:ext cx="1488347" cy="277706"/>
              <a:chOff x="165224" y="5455689"/>
              <a:chExt cx="1488347" cy="277706"/>
            </a:xfrm>
          </p:grpSpPr>
          <p:sp>
            <p:nvSpPr>
              <p:cNvPr id="37" name="椭圆 36"/>
              <p:cNvSpPr/>
              <p:nvPr userDrawn="1"/>
            </p:nvSpPr>
            <p:spPr bwMode="auto">
              <a:xfrm>
                <a:off x="165224" y="5499689"/>
                <a:ext cx="144016" cy="144016"/>
              </a:xfrm>
              <a:prstGeom prst="ellipse">
                <a:avLst/>
              </a:prstGeom>
              <a:solidFill>
                <a:srgbClr val="FF000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0" name="TextBox 39"/>
              <p:cNvSpPr txBox="1"/>
              <p:nvPr userDrawn="1"/>
            </p:nvSpPr>
            <p:spPr>
              <a:xfrm>
                <a:off x="309240" y="5455689"/>
                <a:ext cx="1344331"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D (&lt;40%)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grpSp>
          <p:nvGrpSpPr>
            <p:cNvPr id="4" name="组合 55"/>
            <p:cNvGrpSpPr/>
            <p:nvPr userDrawn="1"/>
          </p:nvGrpSpPr>
          <p:grpSpPr>
            <a:xfrm>
              <a:off x="2673459" y="5600273"/>
              <a:ext cx="1660502" cy="277706"/>
              <a:chOff x="165792" y="5722393"/>
              <a:chExt cx="1660502" cy="277706"/>
            </a:xfrm>
          </p:grpSpPr>
          <p:sp>
            <p:nvSpPr>
              <p:cNvPr id="38" name="椭圆 37"/>
              <p:cNvSpPr/>
              <p:nvPr userDrawn="1"/>
            </p:nvSpPr>
            <p:spPr bwMode="auto">
              <a:xfrm>
                <a:off x="165792" y="5787721"/>
                <a:ext cx="144016" cy="144016"/>
              </a:xfrm>
              <a:prstGeom prst="ellipse">
                <a:avLst/>
              </a:prstGeom>
              <a:solidFill>
                <a:srgbClr val="FFFF0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2" name="TextBox 41"/>
              <p:cNvSpPr txBox="1"/>
              <p:nvPr userDrawn="1"/>
            </p:nvSpPr>
            <p:spPr>
              <a:xfrm>
                <a:off x="309240" y="5722393"/>
                <a:ext cx="1517054"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C (40%-60%)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grpSp>
          <p:nvGrpSpPr>
            <p:cNvPr id="5" name="组合 56"/>
            <p:cNvGrpSpPr/>
            <p:nvPr userDrawn="1"/>
          </p:nvGrpSpPr>
          <p:grpSpPr>
            <a:xfrm>
              <a:off x="4917752" y="5589240"/>
              <a:ext cx="1648088" cy="277706"/>
              <a:chOff x="165224" y="6032321"/>
              <a:chExt cx="1648088" cy="277706"/>
            </a:xfrm>
          </p:grpSpPr>
          <p:sp>
            <p:nvSpPr>
              <p:cNvPr id="39" name="椭圆 38"/>
              <p:cNvSpPr/>
              <p:nvPr userDrawn="1"/>
            </p:nvSpPr>
            <p:spPr bwMode="auto">
              <a:xfrm>
                <a:off x="165224" y="6090609"/>
                <a:ext cx="144016" cy="144016"/>
              </a:xfrm>
              <a:prstGeom prst="ellipse">
                <a:avLst/>
              </a:prstGeom>
              <a:solidFill>
                <a:srgbClr val="00B05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3" name="TextBox 42"/>
              <p:cNvSpPr txBox="1"/>
              <p:nvPr userDrawn="1"/>
            </p:nvSpPr>
            <p:spPr>
              <a:xfrm>
                <a:off x="295024" y="6032321"/>
                <a:ext cx="1518288"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B (60%-80%)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sp>
          <p:nvSpPr>
            <p:cNvPr id="55" name="矩形 54"/>
            <p:cNvSpPr/>
            <p:nvPr userDrawn="1"/>
          </p:nvSpPr>
          <p:spPr>
            <a:xfrm>
              <a:off x="395536" y="5517232"/>
              <a:ext cx="7776864" cy="4320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grpSp>
        <p:nvGrpSpPr>
          <p:cNvPr id="6" name="组合 66"/>
          <p:cNvGrpSpPr/>
          <p:nvPr userDrawn="1"/>
        </p:nvGrpSpPr>
        <p:grpSpPr>
          <a:xfrm>
            <a:off x="7139464" y="6093313"/>
            <a:ext cx="4033498" cy="504056"/>
            <a:chOff x="5148064" y="6093296"/>
            <a:chExt cx="3024336" cy="504056"/>
          </a:xfrm>
        </p:grpSpPr>
        <p:sp>
          <p:nvSpPr>
            <p:cNvPr id="44" name="椭圆 43"/>
            <p:cNvSpPr/>
            <p:nvPr userDrawn="1"/>
          </p:nvSpPr>
          <p:spPr bwMode="auto">
            <a:xfrm>
              <a:off x="5292080" y="6211266"/>
              <a:ext cx="288032" cy="288032"/>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5" name="TextBox 44"/>
            <p:cNvSpPr txBox="1"/>
            <p:nvPr userDrawn="1"/>
          </p:nvSpPr>
          <p:spPr>
            <a:xfrm>
              <a:off x="5508104" y="6237688"/>
              <a:ext cx="833020" cy="246849"/>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zh-CN" altLang="en-US" sz="1003" b="0" i="0" u="none" strike="noStrike" kern="1200" cap="none" spc="0" normalizeH="0" baseline="0" noProof="0" dirty="0">
                  <a:ln>
                    <a:noFill/>
                  </a:ln>
                  <a:solidFill>
                    <a:prstClr val="black"/>
                  </a:solidFill>
                  <a:effectLst/>
                  <a:uLnTx/>
                  <a:uFillTx/>
                  <a:latin typeface="Calibri"/>
                  <a:ea typeface="宋体"/>
                  <a:cs typeface="+mn-cs"/>
                </a:rPr>
                <a:t>代表处及以下级</a:t>
              </a:r>
            </a:p>
          </p:txBody>
        </p:sp>
        <p:sp>
          <p:nvSpPr>
            <p:cNvPr id="50" name="椭圆 49"/>
            <p:cNvSpPr/>
            <p:nvPr userDrawn="1"/>
          </p:nvSpPr>
          <p:spPr bwMode="auto">
            <a:xfrm>
              <a:off x="6732240" y="6189494"/>
              <a:ext cx="288032" cy="288032"/>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51" name="椭圆 50"/>
            <p:cNvSpPr/>
            <p:nvPr userDrawn="1"/>
          </p:nvSpPr>
          <p:spPr bwMode="auto">
            <a:xfrm>
              <a:off x="6697810" y="6165304"/>
              <a:ext cx="360040" cy="360040"/>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6" name="TextBox 65"/>
            <p:cNvSpPr txBox="1"/>
            <p:nvPr userDrawn="1"/>
          </p:nvSpPr>
          <p:spPr>
            <a:xfrm>
              <a:off x="7000284" y="6236319"/>
              <a:ext cx="833020" cy="246849"/>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zh-CN" altLang="en-US" sz="1003" b="0" i="0" u="none" strike="noStrike" kern="1200" cap="none" spc="0" normalizeH="0" baseline="0" noProof="0" dirty="0">
                  <a:ln>
                    <a:noFill/>
                  </a:ln>
                  <a:solidFill>
                    <a:prstClr val="black"/>
                  </a:solidFill>
                  <a:effectLst/>
                  <a:uLnTx/>
                  <a:uFillTx/>
                  <a:latin typeface="Calibri"/>
                  <a:ea typeface="宋体"/>
                  <a:cs typeface="+mn-cs"/>
                </a:rPr>
                <a:t>地区部及以上级</a:t>
              </a:r>
            </a:p>
          </p:txBody>
        </p:sp>
        <p:sp>
          <p:nvSpPr>
            <p:cNvPr id="57" name="矩形 56"/>
            <p:cNvSpPr/>
            <p:nvPr userDrawn="1"/>
          </p:nvSpPr>
          <p:spPr>
            <a:xfrm>
              <a:off x="5148064" y="6093296"/>
              <a:ext cx="3024336" cy="5040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grpSp>
        <p:nvGrpSpPr>
          <p:cNvPr id="8" name="组合 68"/>
          <p:cNvGrpSpPr/>
          <p:nvPr userDrawn="1"/>
        </p:nvGrpSpPr>
        <p:grpSpPr>
          <a:xfrm>
            <a:off x="815665" y="6093313"/>
            <a:ext cx="6146284" cy="504056"/>
            <a:chOff x="395536" y="6093296"/>
            <a:chExt cx="4608512" cy="504056"/>
          </a:xfrm>
        </p:grpSpPr>
        <p:sp>
          <p:nvSpPr>
            <p:cNvPr id="58" name="椭圆 57"/>
            <p:cNvSpPr/>
            <p:nvPr userDrawn="1"/>
          </p:nvSpPr>
          <p:spPr bwMode="auto">
            <a:xfrm>
              <a:off x="573480" y="6291247"/>
              <a:ext cx="144016" cy="144016"/>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59" name="TextBox 58"/>
            <p:cNvSpPr txBox="1"/>
            <p:nvPr userDrawn="1"/>
          </p:nvSpPr>
          <p:spPr>
            <a:xfrm>
              <a:off x="717496" y="6237312"/>
              <a:ext cx="417250"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&lt; 1M </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0" name="椭圆 59"/>
            <p:cNvSpPr/>
            <p:nvPr userDrawn="1"/>
          </p:nvSpPr>
          <p:spPr bwMode="auto">
            <a:xfrm>
              <a:off x="1502665" y="6258516"/>
              <a:ext cx="216024" cy="216024"/>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1" name="TextBox 60"/>
            <p:cNvSpPr txBox="1"/>
            <p:nvPr userDrawn="1"/>
          </p:nvSpPr>
          <p:spPr>
            <a:xfrm>
              <a:off x="1766905" y="6229940"/>
              <a:ext cx="551728"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1M ~5M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2" name="椭圆 61"/>
            <p:cNvSpPr/>
            <p:nvPr userDrawn="1"/>
          </p:nvSpPr>
          <p:spPr bwMode="auto">
            <a:xfrm>
              <a:off x="2638749" y="6207600"/>
              <a:ext cx="288032" cy="288032"/>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3" name="TextBox 62"/>
            <p:cNvSpPr txBox="1"/>
            <p:nvPr userDrawn="1"/>
          </p:nvSpPr>
          <p:spPr>
            <a:xfrm>
              <a:off x="2984501" y="6248345"/>
              <a:ext cx="612181"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5M ~10M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4" name="椭圆 63"/>
            <p:cNvSpPr/>
            <p:nvPr userDrawn="1"/>
          </p:nvSpPr>
          <p:spPr bwMode="auto">
            <a:xfrm>
              <a:off x="3909640" y="6150336"/>
              <a:ext cx="403472" cy="403472"/>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5" name="TextBox 64"/>
            <p:cNvSpPr txBox="1"/>
            <p:nvPr userDrawn="1"/>
          </p:nvSpPr>
          <p:spPr>
            <a:xfrm>
              <a:off x="4345090" y="6248345"/>
              <a:ext cx="423419"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&gt;10M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8" name="矩形 67"/>
            <p:cNvSpPr/>
            <p:nvPr userDrawn="1"/>
          </p:nvSpPr>
          <p:spPr>
            <a:xfrm>
              <a:off x="395536" y="6093296"/>
              <a:ext cx="4608512" cy="5040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spTree>
    <p:extLst>
      <p:ext uri="{BB962C8B-B14F-4D97-AF65-F5344CB8AC3E}">
        <p14:creationId xmlns:p14="http://schemas.microsoft.com/office/powerpoint/2010/main" val="388503831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397" y="1122363"/>
            <a:ext cx="9146381"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397" y="3602038"/>
            <a:ext cx="9146381"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50401150"/>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C107E61-D2F8-452B-B53A-91FE1E439E24}" type="datetimeFigureOut">
              <a:rPr lang="en-US" smtClean="0">
                <a:solidFill>
                  <a:prstClr val="black">
                    <a:tint val="75000"/>
                  </a:prstClr>
                </a:solidFill>
              </a:rPr>
              <a:pPr/>
              <a:t>12/19/2025</a:t>
            </a:fld>
            <a:endParaRPr 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06807970"/>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2068" y="1709740"/>
            <a:ext cx="10518338"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2068" y="4589465"/>
            <a:ext cx="10518338"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0473391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41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80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36931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007" y="365127"/>
            <a:ext cx="10518338" cy="1325563"/>
          </a:xfrm>
        </p:spPr>
        <p:txBody>
          <a:bodyPr/>
          <a:lstStyle/>
          <a:p>
            <a:r>
              <a:rPr lang="zh-CN" altLang="en-US"/>
              <a:t>单击此处编辑母版标题样式</a:t>
            </a:r>
          </a:p>
        </p:txBody>
      </p:sp>
      <p:sp>
        <p:nvSpPr>
          <p:cNvPr id="3" name="文本占位符 2"/>
          <p:cNvSpPr>
            <a:spLocks noGrp="1"/>
          </p:cNvSpPr>
          <p:nvPr>
            <p:ph type="body" idx="1"/>
          </p:nvPr>
        </p:nvSpPr>
        <p:spPr>
          <a:xfrm>
            <a:off x="840008" y="1681163"/>
            <a:ext cx="515913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840008" y="2505075"/>
            <a:ext cx="515913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3808" y="1681163"/>
            <a:ext cx="51845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6173808" y="2505075"/>
            <a:ext cx="518453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a:defRPr/>
            </a:pPr>
            <a:endParaRPr lang="en-US" altLang="zh-CN">
              <a:solidFill>
                <a:prstClr val="black">
                  <a:tint val="75000"/>
                </a:prstClr>
              </a:solidFill>
            </a:endParaRPr>
          </a:p>
        </p:txBody>
      </p:sp>
      <p:sp>
        <p:nvSpPr>
          <p:cNvPr id="8" name="页脚占位符 7"/>
          <p:cNvSpPr>
            <a:spLocks noGrp="1"/>
          </p:cNvSpPr>
          <p:nvPr>
            <p:ph type="ftr" sz="quarter" idx="11"/>
          </p:nvPr>
        </p:nvSpPr>
        <p:spPr/>
        <p:txBody>
          <a:bodyPr/>
          <a:lstStyle/>
          <a:p>
            <a:endParaRPr lang="en-US" dirty="0">
              <a:solidFill>
                <a:prstClr val="black">
                  <a:tint val="75000"/>
                </a:prstClr>
              </a:solidFill>
            </a:endParaRPr>
          </a:p>
        </p:txBody>
      </p:sp>
      <p:sp>
        <p:nvSpPr>
          <p:cNvPr id="9" name="灯片编号占位符 8"/>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4526553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solidFill>
                <a:prstClr val="black">
                  <a:tint val="75000"/>
                </a:prstClr>
              </a:solidFill>
            </a:endParaRPr>
          </a:p>
        </p:txBody>
      </p:sp>
      <p:sp>
        <p:nvSpPr>
          <p:cNvPr id="4" name="页脚占位符 3"/>
          <p:cNvSpPr>
            <a:spLocks noGrp="1"/>
          </p:cNvSpPr>
          <p:nvPr>
            <p:ph type="ftr" sz="quarter" idx="11"/>
          </p:nvPr>
        </p:nvSpPr>
        <p:spPr/>
        <p:txBody>
          <a:bodyPr/>
          <a:lstStyle/>
          <a:p>
            <a:endParaRPr lang="en-US" dirty="0">
              <a:solidFill>
                <a:prstClr val="black">
                  <a:tint val="75000"/>
                </a:prstClr>
              </a:solidFill>
            </a:endParaRPr>
          </a:p>
        </p:txBody>
      </p:sp>
      <p:sp>
        <p:nvSpPr>
          <p:cNvPr id="5" name="灯片编号占位符 4"/>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9274193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solidFill>
                <a:prstClr val="black">
                  <a:tint val="75000"/>
                </a:prstClr>
              </a:solidFill>
            </a:endParaRPr>
          </a:p>
        </p:txBody>
      </p:sp>
      <p:sp>
        <p:nvSpPr>
          <p:cNvPr id="3" name="页脚占位符 2"/>
          <p:cNvSpPr>
            <a:spLocks noGrp="1"/>
          </p:cNvSpPr>
          <p:nvPr>
            <p:ph type="ftr" sz="quarter" idx="11"/>
          </p:nvPr>
        </p:nvSpPr>
        <p:spPr/>
        <p:txBody>
          <a:bodyPr/>
          <a:lstStyle/>
          <a:p>
            <a:endParaRPr lang="en-US" dirty="0">
              <a:solidFill>
                <a:prstClr val="black">
                  <a:tint val="75000"/>
                </a:prstClr>
              </a:solidFill>
            </a:endParaRPr>
          </a:p>
        </p:txBody>
      </p:sp>
      <p:sp>
        <p:nvSpPr>
          <p:cNvPr id="4" name="灯片编号占位符 3"/>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7914539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007" y="457200"/>
            <a:ext cx="3933261"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4538" y="987427"/>
            <a:ext cx="6173807"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007" y="2057400"/>
            <a:ext cx="3933261"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2778822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007" y="457200"/>
            <a:ext cx="3933261"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4538" y="987427"/>
            <a:ext cx="6173807"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40007" y="2057400"/>
            <a:ext cx="3933261"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6021730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3842904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7173" y="365125"/>
            <a:ext cx="262958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419" y="365125"/>
            <a:ext cx="7736314"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06343486"/>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r>
              <a:rPr lang="en-US">
                <a:solidFill>
                  <a:prstClr val="black">
                    <a:tint val="75000"/>
                  </a:prstClr>
                </a:solidFill>
              </a:rPr>
              <a:t>Page </a:t>
            </a:r>
            <a:fld id="{6D95434A-1094-4C26-ADA4-1AB6210859AE}" type="slidenum">
              <a:rPr lang="en-US" smtClean="0">
                <a:solidFill>
                  <a:prstClr val="black">
                    <a:tint val="75000"/>
                  </a:prstClr>
                </a:solidFill>
              </a:rPr>
              <a:pPr/>
              <a:t>‹#›</a:t>
            </a:fld>
            <a:endParaRPr lang="zh-CN" altLang="en-US" dirty="0">
              <a:solidFill>
                <a:prstClr val="black">
                  <a:tint val="75000"/>
                </a:prstClr>
              </a:solidFill>
            </a:endParaRPr>
          </a:p>
        </p:txBody>
      </p:sp>
      <p:sp>
        <p:nvSpPr>
          <p:cNvPr id="5" name="文本占位符 4"/>
          <p:cNvSpPr>
            <a:spLocks noGrp="1"/>
          </p:cNvSpPr>
          <p:nvPr>
            <p:ph type="body" sz="quarter" idx="11"/>
          </p:nvPr>
        </p:nvSpPr>
        <p:spPr>
          <a:xfrm>
            <a:off x="912523" y="1341438"/>
            <a:ext cx="10562798" cy="4607842"/>
          </a:xfrm>
        </p:spPr>
        <p:txBody>
          <a:body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88893591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7796" y="368300"/>
            <a:ext cx="10179584" cy="747184"/>
          </a:xfrm>
          <a:prstGeom prst="rect">
            <a:avLst/>
          </a:prstGeom>
        </p:spPr>
        <p:txBody>
          <a:bodyPr lIns="121935" tIns="60968" rIns="121935" bIns="60968"/>
          <a:lstStyle>
            <a:lvl1pPr>
              <a:defRPr sz="3700"/>
            </a:lvl1pPr>
          </a:lstStyle>
          <a:p>
            <a:r>
              <a:rPr lang="zh-CN" altLang="en-US"/>
              <a:t>单击此处编辑母版标题样式</a:t>
            </a:r>
          </a:p>
        </p:txBody>
      </p:sp>
    </p:spTree>
    <p:extLst>
      <p:ext uri="{BB962C8B-B14F-4D97-AF65-F5344CB8AC3E}">
        <p14:creationId xmlns:p14="http://schemas.microsoft.com/office/powerpoint/2010/main" val="313272982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086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3.pn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8.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5.xml"/><Relationship Id="rId18" Type="http://schemas.openxmlformats.org/officeDocument/2006/relationships/image" Target="../media/image9.png"/><Relationship Id="rId3" Type="http://schemas.openxmlformats.org/officeDocument/2006/relationships/slideLayout" Target="../slideLayouts/slideLayout33.xml"/><Relationship Id="rId21" Type="http://schemas.openxmlformats.org/officeDocument/2006/relationships/image" Target="../media/image12.jpeg"/><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tags" Target="../tags/tag4.xml"/><Relationship Id="rId2" Type="http://schemas.openxmlformats.org/officeDocument/2006/relationships/slideLayout" Target="../slideLayouts/slideLayout32.xml"/><Relationship Id="rId16" Type="http://schemas.openxmlformats.org/officeDocument/2006/relationships/tags" Target="../tags/tag3.xml"/><Relationship Id="rId20" Type="http://schemas.openxmlformats.org/officeDocument/2006/relationships/image" Target="../media/image11.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ags" Target="../tags/tag2.xml"/><Relationship Id="rId10" Type="http://schemas.openxmlformats.org/officeDocument/2006/relationships/slideLayout" Target="../slideLayouts/slideLayout40.xml"/><Relationship Id="rId19" Type="http://schemas.openxmlformats.org/officeDocument/2006/relationships/image" Target="../media/image10.png"/><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ags" Target="../tags/tag1.xml"/><Relationship Id="rId22"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ags" Target="../tags/tag8.xml"/><Relationship Id="rId3" Type="http://schemas.openxmlformats.org/officeDocument/2006/relationships/slideLayout" Target="../slideLayouts/slideLayout45.xml"/><Relationship Id="rId21" Type="http://schemas.openxmlformats.org/officeDocument/2006/relationships/image" Target="../media/image11.png"/><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tags" Target="../tags/tag7.xml"/><Relationship Id="rId2" Type="http://schemas.openxmlformats.org/officeDocument/2006/relationships/slideLayout" Target="../slideLayouts/slideLayout44.xml"/><Relationship Id="rId16" Type="http://schemas.openxmlformats.org/officeDocument/2006/relationships/tags" Target="../tags/tag6.xml"/><Relationship Id="rId20" Type="http://schemas.openxmlformats.org/officeDocument/2006/relationships/image" Target="../media/image10.pn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tags" Target="../tags/tag5.xml"/><Relationship Id="rId23" Type="http://schemas.openxmlformats.org/officeDocument/2006/relationships/image" Target="../media/image13.png"/><Relationship Id="rId10" Type="http://schemas.openxmlformats.org/officeDocument/2006/relationships/slideLayout" Target="../slideLayouts/slideLayout52.xml"/><Relationship Id="rId19" Type="http://schemas.openxmlformats.org/officeDocument/2006/relationships/image" Target="../media/image9.png"/><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6.xml"/><Relationship Id="rId22" Type="http://schemas.openxmlformats.org/officeDocument/2006/relationships/image" Target="../media/image1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tags" Target="../tags/tag9.xml"/><Relationship Id="rId18" Type="http://schemas.openxmlformats.org/officeDocument/2006/relationships/image" Target="../media/image10.png"/><Relationship Id="rId3" Type="http://schemas.openxmlformats.org/officeDocument/2006/relationships/slideLayout" Target="../slideLayouts/slideLayout58.xml"/><Relationship Id="rId21" Type="http://schemas.openxmlformats.org/officeDocument/2006/relationships/image" Target="../media/image13.png"/><Relationship Id="rId7" Type="http://schemas.openxmlformats.org/officeDocument/2006/relationships/slideLayout" Target="../slideLayouts/slideLayout62.xml"/><Relationship Id="rId12" Type="http://schemas.openxmlformats.org/officeDocument/2006/relationships/theme" Target="../theme/theme7.xml"/><Relationship Id="rId17" Type="http://schemas.openxmlformats.org/officeDocument/2006/relationships/image" Target="../media/image9.png"/><Relationship Id="rId2" Type="http://schemas.openxmlformats.org/officeDocument/2006/relationships/slideLayout" Target="../slideLayouts/slideLayout57.xml"/><Relationship Id="rId16" Type="http://schemas.openxmlformats.org/officeDocument/2006/relationships/tags" Target="../tags/tag12.xml"/><Relationship Id="rId20" Type="http://schemas.openxmlformats.org/officeDocument/2006/relationships/image" Target="../media/image12.jpe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tags" Target="../tags/tag11.xml"/><Relationship Id="rId10" Type="http://schemas.openxmlformats.org/officeDocument/2006/relationships/slideLayout" Target="../slideLayouts/slideLayout65.xml"/><Relationship Id="rId19" Type="http://schemas.openxmlformats.org/officeDocument/2006/relationships/image" Target="../media/image11.png"/><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tags" Target="../tags/tag10.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69.xml"/><Relationship Id="rId7" Type="http://schemas.openxmlformats.org/officeDocument/2006/relationships/theme" Target="../theme/theme9.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9" Type="http://schemas.openxmlformats.org/officeDocument/2006/relationships/image" Target="../media/image17.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75.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image" Target="../media/image17.png"/><Relationship Id="rId2" Type="http://schemas.openxmlformats.org/officeDocument/2006/relationships/slideLayout" Target="../slideLayouts/slideLayout77.xml"/><Relationship Id="rId16" Type="http://schemas.openxmlformats.org/officeDocument/2006/relationships/image" Target="../media/image18.pn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theme" Target="../theme/theme14.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image" Target="../media/image18.png"/><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15.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image" Target="../media/image17.png"/></Relationships>
</file>

<file path=ppt/slideMasters/_rels/slideMaster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103.xml"/><Relationship Id="rId7" Type="http://schemas.openxmlformats.org/officeDocument/2006/relationships/image" Target="../media/image16.png"/><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theme" Target="../theme/theme16.xml"/><Relationship Id="rId5" Type="http://schemas.openxmlformats.org/officeDocument/2006/relationships/slideLayout" Target="../slideLayouts/slideLayout105.xml"/><Relationship Id="rId4" Type="http://schemas.openxmlformats.org/officeDocument/2006/relationships/slideLayout" Target="../slideLayouts/slideLayout104.xml"/></Relationships>
</file>

<file path=ppt/slideMasters/_rels/slideMaster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108.xml"/><Relationship Id="rId7" Type="http://schemas.openxmlformats.org/officeDocument/2006/relationships/image" Target="../media/image16.png"/><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theme" Target="../theme/theme17.xml"/><Relationship Id="rId5" Type="http://schemas.openxmlformats.org/officeDocument/2006/relationships/slideLayout" Target="../slideLayouts/slideLayout110.xml"/><Relationship Id="rId4" Type="http://schemas.openxmlformats.org/officeDocument/2006/relationships/slideLayout" Target="../slideLayouts/slideLayout109.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7.pn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22.png"/></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125.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slideLayout" Target="../slideLayouts/slideLayout138.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17" Type="http://schemas.openxmlformats.org/officeDocument/2006/relationships/image" Target="../media/image3.png"/><Relationship Id="rId2" Type="http://schemas.openxmlformats.org/officeDocument/2006/relationships/slideLayout" Target="../slideLayouts/slideLayout127.xml"/><Relationship Id="rId16" Type="http://schemas.openxmlformats.org/officeDocument/2006/relationships/image" Target="../media/image2.png"/><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5" Type="http://schemas.openxmlformats.org/officeDocument/2006/relationships/image" Target="../media/image1.png"/><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141.xml"/><Relationship Id="rId7" Type="http://schemas.openxmlformats.org/officeDocument/2006/relationships/image" Target="NUL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theme" Target="../theme/theme21.xml"/><Relationship Id="rId5" Type="http://schemas.openxmlformats.org/officeDocument/2006/relationships/slideLayout" Target="../slideLayouts/slideLayout143.xml"/><Relationship Id="rId10" Type="http://schemas.openxmlformats.org/officeDocument/2006/relationships/image" Target="../media/image25.wmf"/><Relationship Id="rId4" Type="http://schemas.openxmlformats.org/officeDocument/2006/relationships/slideLayout" Target="../slideLayouts/slideLayout142.xml"/><Relationship Id="rId9" Type="http://schemas.openxmlformats.org/officeDocument/2006/relationships/image" Target="../media/image24.wmf"/></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theme" Target="../theme/theme22.xml"/></Relationships>
</file>

<file path=ppt/slideMasters/_rels/slideMaster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6.xml"/><Relationship Id="rId7" Type="http://schemas.openxmlformats.org/officeDocument/2006/relationships/image" Target="../media/image1.png"/><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theme" Target="../theme/theme23.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9" Type="http://schemas.openxmlformats.org/officeDocument/2006/relationships/image" Target="../media/image3.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heme" Target="../theme/theme24.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156.xml"/><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image" Target="../media/image3.png"/><Relationship Id="rId2" Type="http://schemas.openxmlformats.org/officeDocument/2006/relationships/slideLayout" Target="../slideLayouts/slideLayout15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image" Target="../media/image2.png"/><Relationship Id="rId5" Type="http://schemas.openxmlformats.org/officeDocument/2006/relationships/slideLayout" Target="../slideLayouts/slideLayout153.xml"/><Relationship Id="rId10" Type="http://schemas.openxmlformats.org/officeDocument/2006/relationships/image" Target="../media/image1.png"/><Relationship Id="rId4" Type="http://schemas.openxmlformats.org/officeDocument/2006/relationships/slideLayout" Target="../slideLayouts/slideLayout152.xml"/><Relationship Id="rId9" Type="http://schemas.openxmlformats.org/officeDocument/2006/relationships/theme" Target="../theme/theme25.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slideLayout" Target="../slideLayouts/slideLayout169.xml"/><Relationship Id="rId18" Type="http://schemas.openxmlformats.org/officeDocument/2006/relationships/theme" Target="../theme/theme26.xml"/><Relationship Id="rId3" Type="http://schemas.openxmlformats.org/officeDocument/2006/relationships/slideLayout" Target="../slideLayouts/slideLayout159.xml"/><Relationship Id="rId21" Type="http://schemas.openxmlformats.org/officeDocument/2006/relationships/image" Target="../media/image3.png"/><Relationship Id="rId7" Type="http://schemas.openxmlformats.org/officeDocument/2006/relationships/slideLayout" Target="../slideLayouts/slideLayout163.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0" Type="http://schemas.openxmlformats.org/officeDocument/2006/relationships/image" Target="../media/image29.png"/><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10" Type="http://schemas.openxmlformats.org/officeDocument/2006/relationships/slideLayout" Target="../slideLayouts/slideLayout166.xml"/><Relationship Id="rId19" Type="http://schemas.openxmlformats.org/officeDocument/2006/relationships/image" Target="../media/image28.png"/><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181.xml"/><Relationship Id="rId13" Type="http://schemas.openxmlformats.org/officeDocument/2006/relationships/slideLayout" Target="../slideLayouts/slideLayout186.xml"/><Relationship Id="rId3" Type="http://schemas.openxmlformats.org/officeDocument/2006/relationships/slideLayout" Target="../slideLayouts/slideLayout176.xml"/><Relationship Id="rId7" Type="http://schemas.openxmlformats.org/officeDocument/2006/relationships/slideLayout" Target="../slideLayouts/slideLayout180.xml"/><Relationship Id="rId12" Type="http://schemas.openxmlformats.org/officeDocument/2006/relationships/slideLayout" Target="../slideLayouts/slideLayout185.xml"/><Relationship Id="rId17" Type="http://schemas.openxmlformats.org/officeDocument/2006/relationships/image" Target="../media/image3.png"/><Relationship Id="rId2" Type="http://schemas.openxmlformats.org/officeDocument/2006/relationships/slideLayout" Target="../slideLayouts/slideLayout175.xml"/><Relationship Id="rId16" Type="http://schemas.openxmlformats.org/officeDocument/2006/relationships/image" Target="../media/image29.png"/><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5" Type="http://schemas.openxmlformats.org/officeDocument/2006/relationships/slideLayout" Target="../slideLayouts/slideLayout178.xml"/><Relationship Id="rId15" Type="http://schemas.openxmlformats.org/officeDocument/2006/relationships/image" Target="../media/image28.png"/><Relationship Id="rId10" Type="http://schemas.openxmlformats.org/officeDocument/2006/relationships/slideLayout" Target="../slideLayouts/slideLayout183.xml"/><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theme" Target="../theme/theme27.xml"/></Relationships>
</file>

<file path=ppt/slideMasters/_rels/slideMaster28.xml.rels><?xml version="1.0" encoding="UTF-8" standalone="yes"?>
<Relationships xmlns="http://schemas.openxmlformats.org/package/2006/relationships"><Relationship Id="rId3" Type="http://schemas.openxmlformats.org/officeDocument/2006/relationships/slideLayout" Target="../slideLayouts/slideLayout189.xml"/><Relationship Id="rId7" Type="http://schemas.openxmlformats.org/officeDocument/2006/relationships/image" Target="../media/image27.png"/><Relationship Id="rId2" Type="http://schemas.openxmlformats.org/officeDocument/2006/relationships/slideLayout" Target="../slideLayouts/slideLayout188.xml"/><Relationship Id="rId1" Type="http://schemas.openxmlformats.org/officeDocument/2006/relationships/slideLayout" Target="../slideLayouts/slideLayout187.xml"/><Relationship Id="rId6" Type="http://schemas.openxmlformats.org/officeDocument/2006/relationships/image" Target="../media/image26.png"/><Relationship Id="rId5" Type="http://schemas.openxmlformats.org/officeDocument/2006/relationships/theme" Target="../theme/theme28.xml"/><Relationship Id="rId4" Type="http://schemas.openxmlformats.org/officeDocument/2006/relationships/slideLayout" Target="../slideLayouts/slideLayout190.xml"/></Relationships>
</file>

<file path=ppt/slideMasters/_rels/slideMaster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theme" Target="../theme/theme29.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198.xml"/><Relationship Id="rId13" Type="http://schemas.openxmlformats.org/officeDocument/2006/relationships/theme" Target="../theme/theme30.xml"/><Relationship Id="rId3" Type="http://schemas.openxmlformats.org/officeDocument/2006/relationships/slideLayout" Target="../slideLayouts/slideLayout193.xml"/><Relationship Id="rId7" Type="http://schemas.openxmlformats.org/officeDocument/2006/relationships/slideLayout" Target="../slideLayouts/slideLayout197.xml"/><Relationship Id="rId12" Type="http://schemas.openxmlformats.org/officeDocument/2006/relationships/slideLayout" Target="../slideLayouts/slideLayout202.xml"/><Relationship Id="rId2" Type="http://schemas.openxmlformats.org/officeDocument/2006/relationships/slideLayout" Target="../slideLayouts/slideLayout192.xml"/><Relationship Id="rId1" Type="http://schemas.openxmlformats.org/officeDocument/2006/relationships/slideLayout" Target="../slideLayouts/slideLayout191.xml"/><Relationship Id="rId6" Type="http://schemas.openxmlformats.org/officeDocument/2006/relationships/slideLayout" Target="../slideLayouts/slideLayout196.xml"/><Relationship Id="rId11" Type="http://schemas.openxmlformats.org/officeDocument/2006/relationships/slideLayout" Target="../slideLayouts/slideLayout201.xml"/><Relationship Id="rId5" Type="http://schemas.openxmlformats.org/officeDocument/2006/relationships/slideLayout" Target="../slideLayouts/slideLayout195.xml"/><Relationship Id="rId15" Type="http://schemas.openxmlformats.org/officeDocument/2006/relationships/image" Target="../media/image32.png"/><Relationship Id="rId10" Type="http://schemas.openxmlformats.org/officeDocument/2006/relationships/slideLayout" Target="../slideLayouts/slideLayout200.xml"/><Relationship Id="rId4" Type="http://schemas.openxmlformats.org/officeDocument/2006/relationships/slideLayout" Target="../slideLayouts/slideLayout194.xml"/><Relationship Id="rId9" Type="http://schemas.openxmlformats.org/officeDocument/2006/relationships/slideLayout" Target="../slideLayouts/slideLayout199.xml"/><Relationship Id="rId14" Type="http://schemas.openxmlformats.org/officeDocument/2006/relationships/image" Target="../media/image18.png"/></Relationships>
</file>

<file path=ppt/slideMasters/_rels/slideMaster31.xml.rels><?xml version="1.0" encoding="UTF-8" standalone="yes"?>
<Relationships xmlns="http://schemas.openxmlformats.org/package/2006/relationships"><Relationship Id="rId8" Type="http://schemas.openxmlformats.org/officeDocument/2006/relationships/theme" Target="../theme/theme31.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2" Type="http://schemas.openxmlformats.org/officeDocument/2006/relationships/slideLayout" Target="../slideLayouts/slideLayout204.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5" Type="http://schemas.openxmlformats.org/officeDocument/2006/relationships/slideLayout" Target="../slideLayouts/slideLayout207.xml"/><Relationship Id="rId10" Type="http://schemas.openxmlformats.org/officeDocument/2006/relationships/image" Target="../media/image32.png"/><Relationship Id="rId4" Type="http://schemas.openxmlformats.org/officeDocument/2006/relationships/slideLayout" Target="../slideLayouts/slideLayout206.xml"/><Relationship Id="rId9" Type="http://schemas.openxmlformats.org/officeDocument/2006/relationships/image" Target="../media/image37.png"/></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217.xml"/><Relationship Id="rId13" Type="http://schemas.openxmlformats.org/officeDocument/2006/relationships/image" Target="../media/image1.png"/><Relationship Id="rId3" Type="http://schemas.openxmlformats.org/officeDocument/2006/relationships/slideLayout" Target="../slideLayouts/slideLayout212.xml"/><Relationship Id="rId7" Type="http://schemas.openxmlformats.org/officeDocument/2006/relationships/slideLayout" Target="../slideLayouts/slideLayout216.xml"/><Relationship Id="rId12" Type="http://schemas.openxmlformats.org/officeDocument/2006/relationships/theme" Target="../theme/theme32.xml"/><Relationship Id="rId2" Type="http://schemas.openxmlformats.org/officeDocument/2006/relationships/slideLayout" Target="../slideLayouts/slideLayout211.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5" Type="http://schemas.openxmlformats.org/officeDocument/2006/relationships/image" Target="../media/image3.png"/><Relationship Id="rId10" Type="http://schemas.openxmlformats.org/officeDocument/2006/relationships/slideLayout" Target="../slideLayouts/slideLayout219.xml"/><Relationship Id="rId4" Type="http://schemas.openxmlformats.org/officeDocument/2006/relationships/slideLayout" Target="../slideLayouts/slideLayout213.xml"/><Relationship Id="rId9" Type="http://schemas.openxmlformats.org/officeDocument/2006/relationships/slideLayout" Target="../slideLayouts/slideLayout218.xml"/><Relationship Id="rId14" Type="http://schemas.openxmlformats.org/officeDocument/2006/relationships/image" Target="../media/image2.png"/></Relationships>
</file>

<file path=ppt/slideMasters/_rels/slideMaster33.xml.rels><?xml version="1.0" encoding="UTF-8" standalone="yes"?>
<Relationships xmlns="http://schemas.openxmlformats.org/package/2006/relationships"><Relationship Id="rId3" Type="http://schemas.openxmlformats.org/officeDocument/2006/relationships/theme" Target="../theme/theme33.xml"/><Relationship Id="rId2" Type="http://schemas.openxmlformats.org/officeDocument/2006/relationships/slideLayout" Target="../slideLayouts/slideLayout222.xml"/><Relationship Id="rId1" Type="http://schemas.openxmlformats.org/officeDocument/2006/relationships/slideLayout" Target="../slideLayouts/slideLayout221.xml"/><Relationship Id="rId5" Type="http://schemas.openxmlformats.org/officeDocument/2006/relationships/image" Target="../media/image36.png"/><Relationship Id="rId4" Type="http://schemas.openxmlformats.org/officeDocument/2006/relationships/image" Target="../media/image35.png"/></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230.xml"/><Relationship Id="rId13" Type="http://schemas.openxmlformats.org/officeDocument/2006/relationships/theme" Target="../theme/theme34.xml"/><Relationship Id="rId3" Type="http://schemas.openxmlformats.org/officeDocument/2006/relationships/slideLayout" Target="../slideLayouts/slideLayout225.xml"/><Relationship Id="rId7" Type="http://schemas.openxmlformats.org/officeDocument/2006/relationships/slideLayout" Target="../slideLayouts/slideLayout229.xml"/><Relationship Id="rId12" Type="http://schemas.openxmlformats.org/officeDocument/2006/relationships/slideLayout" Target="../slideLayouts/slideLayout234.xml"/><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slideLayout" Target="../slideLayouts/slideLayout233.xml"/><Relationship Id="rId5" Type="http://schemas.openxmlformats.org/officeDocument/2006/relationships/slideLayout" Target="../slideLayouts/slideLayout227.xml"/><Relationship Id="rId15" Type="http://schemas.openxmlformats.org/officeDocument/2006/relationships/image" Target="../media/image40.png"/><Relationship Id="rId10" Type="http://schemas.openxmlformats.org/officeDocument/2006/relationships/slideLayout" Target="../slideLayouts/slideLayout232.xml"/><Relationship Id="rId4" Type="http://schemas.openxmlformats.org/officeDocument/2006/relationships/slideLayout" Target="../slideLayouts/slideLayout226.xml"/><Relationship Id="rId9" Type="http://schemas.openxmlformats.org/officeDocument/2006/relationships/slideLayout" Target="../slideLayouts/slideLayout231.xml"/><Relationship Id="rId14" Type="http://schemas.openxmlformats.org/officeDocument/2006/relationships/image" Target="../media/image39.png"/></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242.xml"/><Relationship Id="rId13" Type="http://schemas.openxmlformats.org/officeDocument/2006/relationships/theme" Target="../theme/theme35.xml"/><Relationship Id="rId3" Type="http://schemas.openxmlformats.org/officeDocument/2006/relationships/slideLayout" Target="../slideLayouts/slideLayout237.xml"/><Relationship Id="rId7" Type="http://schemas.openxmlformats.org/officeDocument/2006/relationships/slideLayout" Target="../slideLayouts/slideLayout241.xml"/><Relationship Id="rId12" Type="http://schemas.openxmlformats.org/officeDocument/2006/relationships/slideLayout" Target="../slideLayouts/slideLayout246.xml"/><Relationship Id="rId2" Type="http://schemas.openxmlformats.org/officeDocument/2006/relationships/slideLayout" Target="../slideLayouts/slideLayout236.xml"/><Relationship Id="rId1" Type="http://schemas.openxmlformats.org/officeDocument/2006/relationships/slideLayout" Target="../slideLayouts/slideLayout235.xml"/><Relationship Id="rId6" Type="http://schemas.openxmlformats.org/officeDocument/2006/relationships/slideLayout" Target="../slideLayouts/slideLayout240.xml"/><Relationship Id="rId11" Type="http://schemas.openxmlformats.org/officeDocument/2006/relationships/slideLayout" Target="../slideLayouts/slideLayout245.xml"/><Relationship Id="rId5" Type="http://schemas.openxmlformats.org/officeDocument/2006/relationships/slideLayout" Target="../slideLayouts/slideLayout239.xml"/><Relationship Id="rId10" Type="http://schemas.openxmlformats.org/officeDocument/2006/relationships/slideLayout" Target="../slideLayouts/slideLayout244.xml"/><Relationship Id="rId4" Type="http://schemas.openxmlformats.org/officeDocument/2006/relationships/slideLayout" Target="../slideLayouts/slideLayout238.xml"/><Relationship Id="rId9" Type="http://schemas.openxmlformats.org/officeDocument/2006/relationships/slideLayout" Target="../slideLayouts/slideLayout243.xml"/></Relationships>
</file>

<file path=ppt/slideMasters/_rels/slideMaster36.xml.rels><?xml version="1.0" encoding="UTF-8" standalone="yes"?>
<Relationships xmlns="http://schemas.openxmlformats.org/package/2006/relationships"><Relationship Id="rId3" Type="http://schemas.openxmlformats.org/officeDocument/2006/relationships/theme" Target="../theme/theme36.xml"/><Relationship Id="rId2" Type="http://schemas.openxmlformats.org/officeDocument/2006/relationships/slideLayout" Target="../slideLayouts/slideLayout248.xml"/><Relationship Id="rId1" Type="http://schemas.openxmlformats.org/officeDocument/2006/relationships/slideLayout" Target="../slideLayouts/slideLayout247.xml"/><Relationship Id="rId5" Type="http://schemas.openxmlformats.org/officeDocument/2006/relationships/image" Target="../media/image23.png"/><Relationship Id="rId4" Type="http://schemas.openxmlformats.org/officeDocument/2006/relationships/image" Target="NUL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a:t>
            </a:r>
            <a:r>
              <a:rPr lang="zh-CN" altLang="en-US" sz="1200" dirty="0">
                <a:solidFill>
                  <a:srgbClr val="FFFFFF"/>
                </a:solidFill>
                <a:latin typeface="Arial" charset="0"/>
              </a:rPr>
              <a:t>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6"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7"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7"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7"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8"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390" r:id="rId1"/>
    <p:sldLayoutId id="2147484391" r:id="rId2"/>
    <p:sldLayoutId id="2147484392" r:id="rId3"/>
    <p:sldLayoutId id="2147484393" r:id="rId4"/>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a:t>
            </a:r>
            <a:r>
              <a:rPr lang="zh-CN" altLang="en-US" sz="1200" dirty="0">
                <a:solidFill>
                  <a:srgbClr val="FFFFFF"/>
                </a:solidFill>
                <a:latin typeface="Arial" charset="0"/>
              </a:rPr>
              <a:t>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pic>
        <p:nvPicPr>
          <p:cNvPr id="73" name="图片 78" descr="内页元素3-1"/>
          <p:cNvPicPr>
            <a:picLocks noChangeAspect="1" noChangeArrowheads="1"/>
          </p:cNvPicPr>
          <p:nvPr userDrawn="1"/>
        </p:nvPicPr>
        <p:blipFill>
          <a:blip r:embed="rId6"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7"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7"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7"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8"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385" r:id="rId1"/>
    <p:sldLayoutId id="2147484386" r:id="rId2"/>
    <p:sldLayoutId id="2147484387" r:id="rId3"/>
    <p:sldLayoutId id="2147484388" r:id="rId4"/>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2" descr="内页元素3-1"/>
          <p:cNvPicPr>
            <a:picLocks noChangeAspect="1" noChangeArrowheads="1"/>
          </p:cNvPicPr>
          <p:nvPr/>
        </p:nvPicPr>
        <p:blipFill>
          <a:blip r:embed="rId13" cstate="print"/>
          <a:srcRect/>
          <a:stretch>
            <a:fillRect/>
          </a:stretch>
        </p:blipFill>
        <p:spPr bwMode="auto">
          <a:xfrm>
            <a:off x="1" y="12"/>
            <a:ext cx="12193587" cy="6492875"/>
          </a:xfrm>
          <a:prstGeom prst="rect">
            <a:avLst/>
          </a:prstGeom>
          <a:noFill/>
          <a:ln w="9525">
            <a:noFill/>
            <a:miter lim="800000"/>
            <a:headEnd/>
            <a:tailEnd/>
          </a:ln>
        </p:spPr>
      </p:pic>
      <p:sp>
        <p:nvSpPr>
          <p:cNvPr id="74755" name="文本框 3"/>
          <p:cNvSpPr txBox="1">
            <a:spLocks noChangeArrowheads="1"/>
          </p:cNvSpPr>
          <p:nvPr/>
        </p:nvSpPr>
        <p:spPr bwMode="auto">
          <a:xfrm>
            <a:off x="869949" y="6467598"/>
            <a:ext cx="2210222" cy="263791"/>
          </a:xfrm>
          <a:prstGeom prst="rect">
            <a:avLst/>
          </a:prstGeom>
          <a:noFill/>
          <a:ln>
            <a:noFill/>
          </a:ln>
          <a:extLst/>
        </p:spPr>
        <p:txBody>
          <a:bodyPr wrap="none" lIns="78360" tIns="39180" rIns="78360" bIns="39180">
            <a:spAutoFit/>
          </a:bodyPr>
          <a:lstStyle>
            <a:lvl1pPr defTabSz="784225" eaLnBrk="0" hangingPunct="0">
              <a:defRPr b="1">
                <a:solidFill>
                  <a:schemeClr val="tx1"/>
                </a:solidFill>
                <a:latin typeface="Arial" charset="0"/>
                <a:ea typeface="宋体" pitchFamily="2" charset="-122"/>
              </a:defRPr>
            </a:lvl1pPr>
            <a:lvl2pPr marL="392113" defTabSz="784225" eaLnBrk="0" hangingPunct="0">
              <a:defRPr b="1">
                <a:solidFill>
                  <a:schemeClr val="tx1"/>
                </a:solidFill>
                <a:latin typeface="Arial" charset="0"/>
                <a:ea typeface="宋体" pitchFamily="2" charset="-122"/>
              </a:defRPr>
            </a:lvl2pPr>
            <a:lvl3pPr marL="784225" defTabSz="784225" eaLnBrk="0" hangingPunct="0">
              <a:defRPr b="1">
                <a:solidFill>
                  <a:schemeClr val="tx1"/>
                </a:solidFill>
                <a:latin typeface="Arial" charset="0"/>
                <a:ea typeface="宋体" pitchFamily="2" charset="-122"/>
              </a:defRPr>
            </a:lvl3pPr>
            <a:lvl4pPr marL="1174750" defTabSz="784225" eaLnBrk="0" hangingPunct="0">
              <a:defRPr b="1">
                <a:solidFill>
                  <a:schemeClr val="tx1"/>
                </a:solidFill>
                <a:latin typeface="Arial" charset="0"/>
                <a:ea typeface="宋体" pitchFamily="2" charset="-122"/>
              </a:defRPr>
            </a:lvl4pPr>
            <a:lvl5pPr marL="1566863" defTabSz="784225" eaLnBrk="0" hangingPunct="0">
              <a:defRPr b="1">
                <a:solidFill>
                  <a:schemeClr val="tx1"/>
                </a:solidFill>
                <a:latin typeface="Arial" charset="0"/>
                <a:ea typeface="宋体" pitchFamily="2" charset="-122"/>
              </a:defRPr>
            </a:lvl5pPr>
            <a:lvl6pPr marL="20240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4812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29384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3956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200" b="0">
                <a:solidFill>
                  <a:srgbClr val="000000"/>
                </a:solidFill>
                <a:latin typeface="FrutigerNext LT Bold" pitchFamily="1" charset="0"/>
                <a:ea typeface="ＭＳ Ｐゴシック" pitchFamily="34" charset="-128"/>
              </a:rPr>
              <a:t>HISILICON SEMICONDUCTOR</a:t>
            </a:r>
          </a:p>
        </p:txBody>
      </p:sp>
      <p:sp>
        <p:nvSpPr>
          <p:cNvPr id="74756" name="矩形 4"/>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en-GB">
              <a:solidFill>
                <a:srgbClr val="000000"/>
              </a:solidFill>
              <a:latin typeface="FrutigerNext LT Medium" pitchFamily="34" charset="0"/>
            </a:endParaRPr>
          </a:p>
        </p:txBody>
      </p:sp>
      <p:grpSp>
        <p:nvGrpSpPr>
          <p:cNvPr id="2" name="组合 5"/>
          <p:cNvGrpSpPr>
            <a:grpSpLocks/>
          </p:cNvGrpSpPr>
          <p:nvPr/>
        </p:nvGrpSpPr>
        <p:grpSpPr bwMode="auto">
          <a:xfrm>
            <a:off x="1" y="6216650"/>
            <a:ext cx="12195175" cy="635000"/>
            <a:chOff x="0" y="3920"/>
            <a:chExt cx="7682" cy="400"/>
          </a:xfrm>
        </p:grpSpPr>
        <p:pic>
          <p:nvPicPr>
            <p:cNvPr id="3132" name="图片 6" descr="图片1"/>
            <p:cNvPicPr>
              <a:picLocks noChangeAspect="1" noChangeArrowheads="1"/>
            </p:cNvPicPr>
            <p:nvPr userDrawn="1"/>
          </p:nvPicPr>
          <p:blipFill>
            <a:blip r:embed="rId14" cstate="print"/>
            <a:srcRect/>
            <a:stretch>
              <a:fillRect/>
            </a:stretch>
          </p:blipFill>
          <p:spPr bwMode="auto">
            <a:xfrm>
              <a:off x="0" y="3920"/>
              <a:ext cx="5760" cy="400"/>
            </a:xfrm>
            <a:prstGeom prst="rect">
              <a:avLst/>
            </a:prstGeom>
            <a:noFill/>
            <a:ln w="9525">
              <a:noFill/>
              <a:miter lim="800000"/>
              <a:headEnd/>
              <a:tailEnd/>
            </a:ln>
          </p:spPr>
        </p:pic>
        <p:pic>
          <p:nvPicPr>
            <p:cNvPr id="3133" name="图片 7" descr="图片1"/>
            <p:cNvPicPr>
              <a:picLocks noChangeAspect="1" noChangeArrowheads="1"/>
            </p:cNvPicPr>
            <p:nvPr userDrawn="1"/>
          </p:nvPicPr>
          <p:blipFill>
            <a:blip r:embed="rId14" cstate="print"/>
            <a:srcRect/>
            <a:stretch>
              <a:fillRect/>
            </a:stretch>
          </p:blipFill>
          <p:spPr bwMode="auto">
            <a:xfrm>
              <a:off x="1539" y="3920"/>
              <a:ext cx="5760" cy="400"/>
            </a:xfrm>
            <a:prstGeom prst="rect">
              <a:avLst/>
            </a:prstGeom>
            <a:noFill/>
            <a:ln w="9525">
              <a:noFill/>
              <a:miter lim="800000"/>
              <a:headEnd/>
              <a:tailEnd/>
            </a:ln>
          </p:spPr>
        </p:pic>
        <p:pic>
          <p:nvPicPr>
            <p:cNvPr id="3134" name="图片 8" descr="图片1"/>
            <p:cNvPicPr>
              <a:picLocks noChangeAspect="1" noChangeArrowheads="1"/>
            </p:cNvPicPr>
            <p:nvPr userDrawn="1"/>
          </p:nvPicPr>
          <p:blipFill>
            <a:blip r:embed="rId14" cstate="print"/>
            <a:srcRect/>
            <a:stretch>
              <a:fillRect/>
            </a:stretch>
          </p:blipFill>
          <p:spPr bwMode="auto">
            <a:xfrm rot="10800000">
              <a:off x="6619" y="3920"/>
              <a:ext cx="1063" cy="400"/>
            </a:xfrm>
            <a:prstGeom prst="rect">
              <a:avLst/>
            </a:prstGeom>
            <a:noFill/>
            <a:ln w="9525">
              <a:noFill/>
              <a:miter lim="800000"/>
              <a:headEnd/>
              <a:tailEnd/>
            </a:ln>
          </p:spPr>
        </p:pic>
      </p:grpSp>
      <p:sp>
        <p:nvSpPr>
          <p:cNvPr id="74761" name="文本框 9"/>
          <p:cNvSpPr txBox="1">
            <a:spLocks noChangeArrowheads="1"/>
          </p:cNvSpPr>
          <p:nvPr/>
        </p:nvSpPr>
        <p:spPr bwMode="auto">
          <a:xfrm>
            <a:off x="869949" y="6458073"/>
            <a:ext cx="3326747" cy="263791"/>
          </a:xfrm>
          <a:prstGeom prst="rect">
            <a:avLst/>
          </a:prstGeom>
          <a:noFill/>
          <a:ln>
            <a:noFill/>
          </a:ln>
          <a:extLst/>
        </p:spPr>
        <p:txBody>
          <a:bodyPr wrap="none" lIns="78360" tIns="39180" rIns="78360" bIns="39180">
            <a:spAutoFit/>
          </a:bodyPr>
          <a:lstStyle>
            <a:lvl1pPr defTabSz="784225" eaLnBrk="0" hangingPunct="0">
              <a:defRPr b="1">
                <a:solidFill>
                  <a:schemeClr val="tx1"/>
                </a:solidFill>
                <a:latin typeface="Arial" charset="0"/>
                <a:ea typeface="宋体" pitchFamily="2" charset="-122"/>
              </a:defRPr>
            </a:lvl1pPr>
            <a:lvl2pPr marL="392113" defTabSz="784225" eaLnBrk="0" hangingPunct="0">
              <a:defRPr b="1">
                <a:solidFill>
                  <a:schemeClr val="tx1"/>
                </a:solidFill>
                <a:latin typeface="Arial" charset="0"/>
                <a:ea typeface="宋体" pitchFamily="2" charset="-122"/>
              </a:defRPr>
            </a:lvl2pPr>
            <a:lvl3pPr marL="784225" defTabSz="784225" eaLnBrk="0" hangingPunct="0">
              <a:defRPr b="1">
                <a:solidFill>
                  <a:schemeClr val="tx1"/>
                </a:solidFill>
                <a:latin typeface="Arial" charset="0"/>
                <a:ea typeface="宋体" pitchFamily="2" charset="-122"/>
              </a:defRPr>
            </a:lvl3pPr>
            <a:lvl4pPr marL="1174750" defTabSz="784225" eaLnBrk="0" hangingPunct="0">
              <a:defRPr b="1">
                <a:solidFill>
                  <a:schemeClr val="tx1"/>
                </a:solidFill>
                <a:latin typeface="Arial" charset="0"/>
                <a:ea typeface="宋体" pitchFamily="2" charset="-122"/>
              </a:defRPr>
            </a:lvl4pPr>
            <a:lvl5pPr marL="1566863" defTabSz="784225" eaLnBrk="0" hangingPunct="0">
              <a:defRPr b="1">
                <a:solidFill>
                  <a:schemeClr val="tx1"/>
                </a:solidFill>
                <a:latin typeface="Arial" charset="0"/>
                <a:ea typeface="宋体" pitchFamily="2" charset="-122"/>
              </a:defRPr>
            </a:lvl5pPr>
            <a:lvl6pPr marL="20240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4812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29384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3956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200" dirty="0">
                <a:solidFill>
                  <a:srgbClr val="000000"/>
                </a:solidFill>
                <a:ea typeface="ＭＳ Ｐゴシック" pitchFamily="34" charset="-128"/>
              </a:rPr>
              <a:t>HUAWEI TECHNOLOGIES </a:t>
            </a:r>
            <a:r>
              <a:rPr lang="en-US" altLang="zh-CN" sz="1200" dirty="0">
                <a:solidFill>
                  <a:srgbClr val="000000"/>
                </a:solidFill>
                <a:latin typeface="FrutigerNext LT Bold" charset="0"/>
                <a:ea typeface="MS PGothic" pitchFamily="34" charset="-128"/>
              </a:rPr>
              <a:t>(Egypt) </a:t>
            </a:r>
            <a:r>
              <a:rPr lang="en-US" altLang="zh-CN" sz="1200" dirty="0">
                <a:solidFill>
                  <a:srgbClr val="000000"/>
                </a:solidFill>
                <a:ea typeface="ＭＳ Ｐゴシック" pitchFamily="34" charset="-128"/>
              </a:rPr>
              <a:t>CO., LTD.</a:t>
            </a:r>
          </a:p>
        </p:txBody>
      </p:sp>
      <p:sp>
        <p:nvSpPr>
          <p:cNvPr id="4103" name="矩形 10"/>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3080" name="图片 11" descr="图片3副本"/>
          <p:cNvPicPr>
            <a:picLocks noChangeAspect="1" noChangeArrowheads="1"/>
          </p:cNvPicPr>
          <p:nvPr/>
        </p:nvPicPr>
        <p:blipFill>
          <a:blip r:embed="rId15" cstate="print"/>
          <a:srcRect/>
          <a:stretch>
            <a:fillRect/>
          </a:stretch>
        </p:blipFill>
        <p:spPr bwMode="auto">
          <a:xfrm>
            <a:off x="10182229" y="6386637"/>
            <a:ext cx="1295399" cy="307975"/>
          </a:xfrm>
          <a:prstGeom prst="rect">
            <a:avLst/>
          </a:prstGeom>
          <a:noFill/>
          <a:ln w="9525">
            <a:noFill/>
            <a:miter lim="800000"/>
            <a:headEnd/>
            <a:tailEnd/>
          </a:ln>
        </p:spPr>
      </p:pic>
      <p:sp>
        <p:nvSpPr>
          <p:cNvPr id="3081" name="矩形 12"/>
          <p:cNvSpPr>
            <a:spLocks noGrp="1" noChangeArrowheads="1"/>
          </p:cNvSpPr>
          <p:nvPr>
            <p:ph type="title"/>
          </p:nvPr>
        </p:nvSpPr>
        <p:spPr bwMode="auto">
          <a:xfrm>
            <a:off x="781053"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82" name="矩形 13"/>
          <p:cNvSpPr>
            <a:spLocks noGrp="1" noChangeArrowheads="1"/>
          </p:cNvSpPr>
          <p:nvPr>
            <p:ph type="body" idx="1"/>
          </p:nvPr>
        </p:nvSpPr>
        <p:spPr bwMode="auto">
          <a:xfrm>
            <a:off x="781053"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7" name="矩形 14"/>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4108" name="矩形 15"/>
          <p:cNvSpPr>
            <a:spLocks noChangeArrowheads="1"/>
          </p:cNvSpPr>
          <p:nvPr/>
        </p:nvSpPr>
        <p:spPr bwMode="auto">
          <a:xfrm>
            <a:off x="12361944" y="5444806"/>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en-US"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p:nvGrpSpPr>
        <p:grpSpPr bwMode="auto">
          <a:xfrm>
            <a:off x="12472987" y="5278438"/>
            <a:ext cx="989012" cy="184150"/>
            <a:chOff x="6657" y="3492"/>
            <a:chExt cx="527" cy="121"/>
          </a:xfrm>
        </p:grpSpPr>
        <p:sp>
          <p:nvSpPr>
            <p:cNvPr id="4152"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3"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4"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5"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 name="组合 21"/>
          <p:cNvGrpSpPr>
            <a:grpSpLocks/>
          </p:cNvGrpSpPr>
          <p:nvPr/>
        </p:nvGrpSpPr>
        <p:grpSpPr bwMode="auto">
          <a:xfrm>
            <a:off x="12472987" y="6204074"/>
            <a:ext cx="989012" cy="182563"/>
            <a:chOff x="6657" y="4103"/>
            <a:chExt cx="527" cy="121"/>
          </a:xfrm>
        </p:grpSpPr>
        <p:sp>
          <p:nvSpPr>
            <p:cNvPr id="414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26"/>
          <p:cNvGrpSpPr>
            <a:grpSpLocks/>
          </p:cNvGrpSpPr>
          <p:nvPr/>
        </p:nvGrpSpPr>
        <p:grpSpPr bwMode="auto">
          <a:xfrm>
            <a:off x="12472987" y="6450013"/>
            <a:ext cx="989012" cy="182562"/>
            <a:chOff x="6657" y="4266"/>
            <a:chExt cx="527" cy="121"/>
          </a:xfrm>
        </p:grpSpPr>
        <p:sp>
          <p:nvSpPr>
            <p:cNvPr id="4144"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5"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6"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7"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6" name="组合 31"/>
          <p:cNvGrpSpPr>
            <a:grpSpLocks/>
          </p:cNvGrpSpPr>
          <p:nvPr/>
        </p:nvGrpSpPr>
        <p:grpSpPr bwMode="auto">
          <a:xfrm>
            <a:off x="12472987" y="5527799"/>
            <a:ext cx="989012" cy="182563"/>
            <a:chOff x="6657" y="3656"/>
            <a:chExt cx="527" cy="121"/>
          </a:xfrm>
        </p:grpSpPr>
        <p:sp>
          <p:nvSpPr>
            <p:cNvPr id="4140"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1"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2"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3"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7" name="组合 36"/>
          <p:cNvGrpSpPr>
            <a:grpSpLocks/>
          </p:cNvGrpSpPr>
          <p:nvPr/>
        </p:nvGrpSpPr>
        <p:grpSpPr bwMode="auto">
          <a:xfrm>
            <a:off x="12472987" y="5957888"/>
            <a:ext cx="989012" cy="182562"/>
            <a:chOff x="6657" y="3941"/>
            <a:chExt cx="527" cy="121"/>
          </a:xfrm>
        </p:grpSpPr>
        <p:sp>
          <p:nvSpPr>
            <p:cNvPr id="4136"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7"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8"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9"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8" name="组合 41"/>
          <p:cNvGrpSpPr>
            <a:grpSpLocks/>
          </p:cNvGrpSpPr>
          <p:nvPr/>
        </p:nvGrpSpPr>
        <p:grpSpPr bwMode="auto">
          <a:xfrm>
            <a:off x="12472987" y="6697663"/>
            <a:ext cx="989012" cy="182562"/>
            <a:chOff x="6657" y="4430"/>
            <a:chExt cx="527" cy="121"/>
          </a:xfrm>
        </p:grpSpPr>
        <p:sp>
          <p:nvSpPr>
            <p:cNvPr id="4132"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3"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4"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5"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9" name="组合 46"/>
          <p:cNvGrpSpPr>
            <a:grpSpLocks/>
          </p:cNvGrpSpPr>
          <p:nvPr/>
        </p:nvGrpSpPr>
        <p:grpSpPr bwMode="auto">
          <a:xfrm>
            <a:off x="12472987" y="5032375"/>
            <a:ext cx="989012" cy="184150"/>
            <a:chOff x="6657" y="3329"/>
            <a:chExt cx="527" cy="122"/>
          </a:xfrm>
        </p:grpSpPr>
        <p:sp>
          <p:nvSpPr>
            <p:cNvPr id="4128"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9"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0"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1"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0" name="组合 51"/>
          <p:cNvGrpSpPr>
            <a:grpSpLocks/>
          </p:cNvGrpSpPr>
          <p:nvPr/>
        </p:nvGrpSpPr>
        <p:grpSpPr bwMode="auto">
          <a:xfrm>
            <a:off x="12472987" y="4600699"/>
            <a:ext cx="989012" cy="182563"/>
            <a:chOff x="6657" y="3043"/>
            <a:chExt cx="527" cy="121"/>
          </a:xfrm>
        </p:grpSpPr>
        <p:sp>
          <p:nvSpPr>
            <p:cNvPr id="4124"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5"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6"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7"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1" name="组合 56"/>
          <p:cNvGrpSpPr>
            <a:grpSpLocks/>
          </p:cNvGrpSpPr>
          <p:nvPr/>
        </p:nvGrpSpPr>
        <p:grpSpPr bwMode="auto">
          <a:xfrm>
            <a:off x="12472987" y="4354513"/>
            <a:ext cx="989012" cy="184150"/>
            <a:chOff x="6657" y="2881"/>
            <a:chExt cx="527" cy="121"/>
          </a:xfrm>
        </p:grpSpPr>
        <p:sp>
          <p:nvSpPr>
            <p:cNvPr id="4120"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1"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2"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3"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4118" name="矩形 61"/>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4119" name="矩形 62"/>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3" descr="内页元素3-1"/>
          <p:cNvPicPr>
            <a:picLocks noChangeAspect="1" noChangeArrowheads="1"/>
          </p:cNvPicPr>
          <p:nvPr/>
        </p:nvPicPr>
        <p:blipFill>
          <a:blip r:embed="rId13" cstate="print"/>
          <a:srcRect/>
          <a:stretch>
            <a:fillRect/>
          </a:stretch>
        </p:blipFill>
        <p:spPr bwMode="auto">
          <a:xfrm>
            <a:off x="1" y="12"/>
            <a:ext cx="12193587" cy="6492875"/>
          </a:xfrm>
          <a:prstGeom prst="rect">
            <a:avLst/>
          </a:prstGeom>
          <a:noFill/>
          <a:ln w="9525">
            <a:noFill/>
            <a:miter lim="800000"/>
            <a:headEnd/>
            <a:tailEnd/>
          </a:ln>
        </p:spPr>
      </p:pic>
      <p:pic>
        <p:nvPicPr>
          <p:cNvPr id="2051" name="图片 15" descr="5"/>
          <p:cNvPicPr>
            <a:picLocks noChangeAspect="1" noChangeArrowheads="1"/>
          </p:cNvPicPr>
          <p:nvPr/>
        </p:nvPicPr>
        <p:blipFill>
          <a:blip r:embed="rId14" cstate="print"/>
          <a:srcRect/>
          <a:stretch>
            <a:fillRect/>
          </a:stretch>
        </p:blipFill>
        <p:spPr bwMode="auto">
          <a:xfrm>
            <a:off x="1" y="5616701"/>
            <a:ext cx="12195175" cy="1241425"/>
          </a:xfrm>
          <a:prstGeom prst="rect">
            <a:avLst/>
          </a:prstGeom>
          <a:noFill/>
          <a:ln w="9525">
            <a:noFill/>
            <a:miter lim="800000"/>
            <a:headEnd/>
            <a:tailEnd/>
          </a:ln>
        </p:spPr>
      </p:pic>
      <p:sp>
        <p:nvSpPr>
          <p:cNvPr id="3076" name="文本框 16"/>
          <p:cNvSpPr txBox="1">
            <a:spLocks noChangeArrowheads="1"/>
          </p:cNvSpPr>
          <p:nvPr/>
        </p:nvSpPr>
        <p:spPr bwMode="auto">
          <a:xfrm>
            <a:off x="4580020" y="2616326"/>
            <a:ext cx="2994731" cy="83099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4800" b="0" dirty="0">
                <a:solidFill>
                  <a:srgbClr val="990000"/>
                </a:solidFill>
                <a:latin typeface="FrutigerNext LT Medium" pitchFamily="34" charset="0"/>
                <a:ea typeface="ＭＳ Ｐゴシック" pitchFamily="34" charset="-128"/>
              </a:rPr>
              <a:t>Thank you</a:t>
            </a:r>
          </a:p>
        </p:txBody>
      </p:sp>
      <p:sp>
        <p:nvSpPr>
          <p:cNvPr id="3077" name="文本框 17"/>
          <p:cNvSpPr txBox="1">
            <a:spLocks noChangeArrowheads="1"/>
          </p:cNvSpPr>
          <p:nvPr/>
        </p:nvSpPr>
        <p:spPr bwMode="auto">
          <a:xfrm>
            <a:off x="4627568" y="3409951"/>
            <a:ext cx="2931508" cy="523220"/>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2800" b="0">
                <a:solidFill>
                  <a:srgbClr val="666666"/>
                </a:solidFill>
                <a:latin typeface="FrutigerNext LT Regular" pitchFamily="34" charset="0"/>
                <a:ea typeface="ＭＳ Ｐゴシック" pitchFamily="34" charset="-128"/>
              </a:rPr>
              <a:t>www.huawei.com</a:t>
            </a:r>
            <a:endParaRPr lang="en-US" altLang="zh-CN" sz="2300" b="0">
              <a:solidFill>
                <a:srgbClr val="990000"/>
              </a:solidFill>
              <a:latin typeface="FrutigerNext LT Regular" pitchFamily="34" charset="0"/>
              <a:ea typeface="ＭＳ Ｐゴシック" pitchFamily="34" charset="-128"/>
            </a:endParaRPr>
          </a:p>
        </p:txBody>
      </p:sp>
      <p:sp>
        <p:nvSpPr>
          <p:cNvPr id="3078" name="矩形 66"/>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p>
          <a:p>
            <a:pPr marL="342900" indent="-342900" algn="r">
              <a:lnSpc>
                <a:spcPct val="125000"/>
              </a:lnSpc>
              <a:spcBef>
                <a:spcPct val="20000"/>
              </a:spcBef>
              <a:buClr>
                <a:srgbClr val="990000"/>
              </a:buClr>
              <a:defRPr/>
            </a:pPr>
            <a:endParaRPr lang="en-US" altLang="zh-CN" sz="1200">
              <a:solidFill>
                <a:srgbClr val="080808"/>
              </a:solidFill>
              <a:latin typeface="Arial" pitchFamily="34" charset="0"/>
            </a:endParaRPr>
          </a:p>
        </p:txBody>
      </p:sp>
      <p:sp>
        <p:nvSpPr>
          <p:cNvPr id="3079" name="矩形 67"/>
          <p:cNvSpPr>
            <a:spLocks noChangeArrowheads="1"/>
          </p:cNvSpPr>
          <p:nvPr/>
        </p:nvSpPr>
        <p:spPr bwMode="auto">
          <a:xfrm>
            <a:off x="12361946" y="5444808"/>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68"/>
          <p:cNvGrpSpPr>
            <a:grpSpLocks/>
          </p:cNvGrpSpPr>
          <p:nvPr/>
        </p:nvGrpSpPr>
        <p:grpSpPr bwMode="auto">
          <a:xfrm>
            <a:off x="12472987" y="5278438"/>
            <a:ext cx="989012" cy="184150"/>
            <a:chOff x="6657" y="3492"/>
            <a:chExt cx="527" cy="121"/>
          </a:xfrm>
        </p:grpSpPr>
        <p:sp>
          <p:nvSpPr>
            <p:cNvPr id="3123" name="矩形 69"/>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4" name="矩形 70"/>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5" name="矩形 71"/>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6" name="矩形 72"/>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 name="组合 73"/>
          <p:cNvGrpSpPr>
            <a:grpSpLocks/>
          </p:cNvGrpSpPr>
          <p:nvPr/>
        </p:nvGrpSpPr>
        <p:grpSpPr bwMode="auto">
          <a:xfrm>
            <a:off x="12472987" y="6204076"/>
            <a:ext cx="989012" cy="182563"/>
            <a:chOff x="6657" y="4103"/>
            <a:chExt cx="527" cy="121"/>
          </a:xfrm>
        </p:grpSpPr>
        <p:sp>
          <p:nvSpPr>
            <p:cNvPr id="3119" name="矩形 74"/>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0" name="矩形 75"/>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1" name="矩形 76"/>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2" name="矩形 77"/>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 name="组合 78"/>
          <p:cNvGrpSpPr>
            <a:grpSpLocks/>
          </p:cNvGrpSpPr>
          <p:nvPr/>
        </p:nvGrpSpPr>
        <p:grpSpPr bwMode="auto">
          <a:xfrm>
            <a:off x="12472987" y="6450013"/>
            <a:ext cx="989012" cy="182562"/>
            <a:chOff x="6657" y="4266"/>
            <a:chExt cx="527" cy="121"/>
          </a:xfrm>
        </p:grpSpPr>
        <p:sp>
          <p:nvSpPr>
            <p:cNvPr id="3115" name="矩形 79"/>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6" name="矩形 80"/>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7" name="矩形 81"/>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8" name="矩形 82"/>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83"/>
          <p:cNvGrpSpPr>
            <a:grpSpLocks/>
          </p:cNvGrpSpPr>
          <p:nvPr/>
        </p:nvGrpSpPr>
        <p:grpSpPr bwMode="auto">
          <a:xfrm>
            <a:off x="12472987" y="5527801"/>
            <a:ext cx="989012" cy="182563"/>
            <a:chOff x="6657" y="3656"/>
            <a:chExt cx="527" cy="121"/>
          </a:xfrm>
        </p:grpSpPr>
        <p:sp>
          <p:nvSpPr>
            <p:cNvPr id="3111" name="矩形 84"/>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2" name="矩形 85"/>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3" name="矩形 86"/>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4" name="矩形 87"/>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6" name="组合 88"/>
          <p:cNvGrpSpPr>
            <a:grpSpLocks/>
          </p:cNvGrpSpPr>
          <p:nvPr/>
        </p:nvGrpSpPr>
        <p:grpSpPr bwMode="auto">
          <a:xfrm>
            <a:off x="12472987" y="5957888"/>
            <a:ext cx="989012" cy="182562"/>
            <a:chOff x="6657" y="3941"/>
            <a:chExt cx="527" cy="121"/>
          </a:xfrm>
        </p:grpSpPr>
        <p:sp>
          <p:nvSpPr>
            <p:cNvPr id="3107" name="矩形 89"/>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8" name="矩形 90"/>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9" name="矩形 91"/>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0" name="矩形 92"/>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7" name="组合 93"/>
          <p:cNvGrpSpPr>
            <a:grpSpLocks/>
          </p:cNvGrpSpPr>
          <p:nvPr/>
        </p:nvGrpSpPr>
        <p:grpSpPr bwMode="auto">
          <a:xfrm>
            <a:off x="12472987" y="6697663"/>
            <a:ext cx="989012" cy="182562"/>
            <a:chOff x="6657" y="4430"/>
            <a:chExt cx="527" cy="121"/>
          </a:xfrm>
        </p:grpSpPr>
        <p:sp>
          <p:nvSpPr>
            <p:cNvPr id="3103" name="矩形 94"/>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4" name="矩形 95"/>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5" name="矩形 96"/>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6" name="矩形 97"/>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8" name="组合 98"/>
          <p:cNvGrpSpPr>
            <a:grpSpLocks/>
          </p:cNvGrpSpPr>
          <p:nvPr/>
        </p:nvGrpSpPr>
        <p:grpSpPr bwMode="auto">
          <a:xfrm>
            <a:off x="12472987" y="5032375"/>
            <a:ext cx="989012" cy="184150"/>
            <a:chOff x="6657" y="3329"/>
            <a:chExt cx="527" cy="122"/>
          </a:xfrm>
        </p:grpSpPr>
        <p:sp>
          <p:nvSpPr>
            <p:cNvPr id="3099" name="矩形 99"/>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0" name="矩形 100"/>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1" name="矩形 101"/>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2" name="矩形 102"/>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9" name="组合 103"/>
          <p:cNvGrpSpPr>
            <a:grpSpLocks/>
          </p:cNvGrpSpPr>
          <p:nvPr/>
        </p:nvGrpSpPr>
        <p:grpSpPr bwMode="auto">
          <a:xfrm>
            <a:off x="12472987" y="4600701"/>
            <a:ext cx="989012" cy="182563"/>
            <a:chOff x="6657" y="3043"/>
            <a:chExt cx="527" cy="121"/>
          </a:xfrm>
        </p:grpSpPr>
        <p:sp>
          <p:nvSpPr>
            <p:cNvPr id="3095" name="矩形 104"/>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6" name="矩形 105"/>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7" name="矩形 106"/>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8" name="矩形 107"/>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0" name="组合 108"/>
          <p:cNvGrpSpPr>
            <a:grpSpLocks/>
          </p:cNvGrpSpPr>
          <p:nvPr/>
        </p:nvGrpSpPr>
        <p:grpSpPr bwMode="auto">
          <a:xfrm>
            <a:off x="12472987" y="4354513"/>
            <a:ext cx="989012" cy="184150"/>
            <a:chOff x="6657" y="2881"/>
            <a:chExt cx="527" cy="121"/>
          </a:xfrm>
        </p:grpSpPr>
        <p:sp>
          <p:nvSpPr>
            <p:cNvPr id="3091" name="矩形 109"/>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2" name="矩形 110"/>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3" name="矩形 111"/>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4" name="矩形 112"/>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3089" name="矩形 113"/>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3090" name="矩形 114"/>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8"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58" y="6319470"/>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707"/>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4" y="6568707"/>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707"/>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707"/>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4"/>
            </p:custDataLst>
          </p:nvPr>
        </p:nvSpPr>
        <p:spPr bwMode="gray">
          <a:xfrm>
            <a:off x="869688" y="1423620"/>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ea typeface="华文细黑" pitchFamily="2" charset="-122"/>
              </a:rPr>
              <a:t>Subject Title</a:t>
            </a:r>
          </a:p>
        </p:txBody>
      </p:sp>
      <p:sp>
        <p:nvSpPr>
          <p:cNvPr id="4170" name="AcnStamp_ID_28820" hidden="1"/>
          <p:cNvSpPr>
            <a:spLocks noChangeArrowheads="1"/>
          </p:cNvSpPr>
          <p:nvPr>
            <p:custDataLst>
              <p:tags r:id="rId15"/>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6"/>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7"/>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832"/>
            <a:ext cx="1772599" cy="428625"/>
            <a:chOff x="4027" y="3481"/>
            <a:chExt cx="1754" cy="521"/>
          </a:xfrm>
        </p:grpSpPr>
        <p:pic>
          <p:nvPicPr>
            <p:cNvPr id="2066" name="Picture 168"/>
            <p:cNvPicPr>
              <a:picLocks noChangeAspect="1" noChangeArrowheads="1"/>
            </p:cNvPicPr>
            <p:nvPr userDrawn="1"/>
          </p:nvPicPr>
          <p:blipFill>
            <a:blip r:embed="rId19"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20"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1" cstate="print">
            <a:clrChange>
              <a:clrFrom>
                <a:srgbClr val="FFFFFF"/>
              </a:clrFrom>
              <a:clrTo>
                <a:srgbClr val="FFFFFF">
                  <a:alpha val="0"/>
                </a:srgbClr>
              </a:clrTo>
            </a:clrChange>
          </a:blip>
          <a:srcRect/>
          <a:stretch>
            <a:fillRect/>
          </a:stretch>
        </p:blipFill>
        <p:spPr bwMode="auto">
          <a:xfrm>
            <a:off x="10457669"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2" cstate="print"/>
          <a:srcRect/>
          <a:stretch>
            <a:fillRect/>
          </a:stretch>
        </p:blipFill>
        <p:spPr bwMode="auto">
          <a:xfrm>
            <a:off x="539413" y="6236920"/>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9"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58" y="6318916"/>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153"/>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4" y="6568153"/>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153"/>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153"/>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5"/>
            </p:custDataLst>
          </p:nvPr>
        </p:nvSpPr>
        <p:spPr bwMode="gray">
          <a:xfrm>
            <a:off x="869688" y="1423066"/>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ea typeface="华文细黑" pitchFamily="2" charset="-122"/>
              </a:rPr>
              <a:t>Subject Title</a:t>
            </a:r>
          </a:p>
        </p:txBody>
      </p:sp>
      <p:sp>
        <p:nvSpPr>
          <p:cNvPr id="4170" name="AcnStamp_ID_28820" hidden="1"/>
          <p:cNvSpPr>
            <a:spLocks noChangeArrowheads="1"/>
          </p:cNvSpPr>
          <p:nvPr>
            <p:custDataLst>
              <p:tags r:id="rId16"/>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7"/>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8"/>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278"/>
            <a:ext cx="1772599" cy="428625"/>
            <a:chOff x="4027" y="3481"/>
            <a:chExt cx="1754" cy="521"/>
          </a:xfrm>
        </p:grpSpPr>
        <p:pic>
          <p:nvPicPr>
            <p:cNvPr id="2066" name="Picture 168"/>
            <p:cNvPicPr>
              <a:picLocks noChangeAspect="1" noChangeArrowheads="1"/>
            </p:cNvPicPr>
            <p:nvPr userDrawn="1"/>
          </p:nvPicPr>
          <p:blipFill>
            <a:blip r:embed="rId20"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21"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2" cstate="print">
            <a:clrChange>
              <a:clrFrom>
                <a:srgbClr val="FFFFFF"/>
              </a:clrFrom>
              <a:clrTo>
                <a:srgbClr val="FFFFFF">
                  <a:alpha val="0"/>
                </a:srgbClr>
              </a:clrTo>
            </a:clrChange>
          </a:blip>
          <a:srcRect/>
          <a:stretch>
            <a:fillRect/>
          </a:stretch>
        </p:blipFill>
        <p:spPr bwMode="auto">
          <a:xfrm>
            <a:off x="10457297"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3" cstate="print"/>
          <a:srcRect/>
          <a:stretch>
            <a:fillRect/>
          </a:stretch>
        </p:blipFill>
        <p:spPr bwMode="auto">
          <a:xfrm>
            <a:off x="539413" y="6236366"/>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 id="2147484177" r:id="rId12"/>
    <p:sldLayoutId id="2147484178" r:id="rId13"/>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7"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60" y="6319486"/>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723"/>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5" y="6568723"/>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723"/>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723"/>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3"/>
            </p:custDataLst>
          </p:nvPr>
        </p:nvSpPr>
        <p:spPr bwMode="gray">
          <a:xfrm>
            <a:off x="869688" y="1423636"/>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rPr>
              <a:t>Subject Title</a:t>
            </a:r>
          </a:p>
        </p:txBody>
      </p:sp>
      <p:sp>
        <p:nvSpPr>
          <p:cNvPr id="4170" name="AcnStamp_ID_28820" hidden="1"/>
          <p:cNvSpPr>
            <a:spLocks noChangeArrowheads="1"/>
          </p:cNvSpPr>
          <p:nvPr>
            <p:custDataLst>
              <p:tags r:id="rId14"/>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5"/>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6"/>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848"/>
            <a:ext cx="1772599" cy="428625"/>
            <a:chOff x="4027" y="3481"/>
            <a:chExt cx="1754" cy="521"/>
          </a:xfrm>
        </p:grpSpPr>
        <p:pic>
          <p:nvPicPr>
            <p:cNvPr id="2066" name="Picture 168"/>
            <p:cNvPicPr>
              <a:picLocks noChangeAspect="1" noChangeArrowheads="1"/>
            </p:cNvPicPr>
            <p:nvPr userDrawn="1"/>
          </p:nvPicPr>
          <p:blipFill>
            <a:blip r:embed="rId18"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19"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0" cstate="print">
            <a:clrChange>
              <a:clrFrom>
                <a:srgbClr val="FFFFFF"/>
              </a:clrFrom>
              <a:clrTo>
                <a:srgbClr val="FFFFFF">
                  <a:alpha val="0"/>
                </a:srgbClr>
              </a:clrTo>
            </a:clrChange>
          </a:blip>
          <a:srcRect/>
          <a:stretch>
            <a:fillRect/>
          </a:stretch>
        </p:blipFill>
        <p:spPr bwMode="auto">
          <a:xfrm>
            <a:off x="10457680"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1" cstate="print"/>
          <a:srcRect/>
          <a:stretch>
            <a:fillRect/>
          </a:stretch>
        </p:blipFill>
        <p:spPr bwMode="auto">
          <a:xfrm>
            <a:off x="539414" y="6236936"/>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80" r:id="rId1"/>
    <p:sldLayoutId id="2147484181" r:id="rId2"/>
    <p:sldLayoutId id="2147484182" r:id="rId3"/>
    <p:sldLayoutId id="2147484183" r:id="rId4"/>
    <p:sldLayoutId id="2147484184" r:id="rId5"/>
    <p:sldLayoutId id="2147484185" r:id="rId6"/>
    <p:sldLayoutId id="2147484186" r:id="rId7"/>
    <p:sldLayoutId id="2147484187" r:id="rId8"/>
    <p:sldLayoutId id="2147484188" r:id="rId9"/>
    <p:sldLayoutId id="2147484189" r:id="rId10"/>
    <p:sldLayoutId id="2147484190" r:id="rId11"/>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3" y="6224605"/>
            <a:ext cx="12203644" cy="636587"/>
          </a:xfrm>
          <a:prstGeom prst="rect">
            <a:avLst/>
          </a:prstGeom>
          <a:noFill/>
          <a:ln w="9525">
            <a:noFill/>
            <a:miter lim="800000"/>
            <a:headEnd/>
            <a:tailEnd/>
          </a:ln>
        </p:spPr>
      </p:pic>
      <p:sp>
        <p:nvSpPr>
          <p:cNvPr id="154" name="Text Box 8"/>
          <p:cNvSpPr txBox="1">
            <a:spLocks noChangeArrowheads="1"/>
          </p:cNvSpPr>
          <p:nvPr/>
        </p:nvSpPr>
        <p:spPr bwMode="auto">
          <a:xfrm>
            <a:off x="1007805" y="6451601"/>
            <a:ext cx="3074152" cy="184666"/>
          </a:xfrm>
          <a:prstGeom prst="rect">
            <a:avLst/>
          </a:prstGeom>
          <a:noFill/>
          <a:ln>
            <a:noFill/>
          </a:ln>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8196" name="Picture 9" descr="8"/>
          <p:cNvPicPr>
            <a:picLocks noChangeAspect="1" noChangeArrowheads="1"/>
          </p:cNvPicPr>
          <p:nvPr/>
        </p:nvPicPr>
        <p:blipFill>
          <a:blip r:embed="rId3" cstate="print"/>
          <a:srcRect/>
          <a:stretch>
            <a:fillRect/>
          </a:stretch>
        </p:blipFill>
        <p:spPr bwMode="auto">
          <a:xfrm>
            <a:off x="10014445" y="6386530"/>
            <a:ext cx="1748822"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796" y="325440"/>
            <a:ext cx="10179584" cy="871537"/>
          </a:xfrm>
          <a:prstGeom prst="rect">
            <a:avLst/>
          </a:prstGeom>
          <a:noFill/>
          <a:ln w="9525">
            <a:noFill/>
            <a:miter lim="800000"/>
            <a:headEnd/>
            <a:tailEnd/>
          </a:ln>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796" y="1628779"/>
            <a:ext cx="10179584" cy="4194175"/>
          </a:xfrm>
          <a:prstGeom prst="rect">
            <a:avLst/>
          </a:prstGeom>
          <a:noFill/>
          <a:ln w="9525">
            <a:noFill/>
            <a:miter lim="800000"/>
            <a:headEnd/>
            <a:tailEnd/>
          </a:ln>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69" y="692150"/>
            <a:ext cx="2460207" cy="5500688"/>
          </a:xfrm>
          <a:prstGeom prst="rect">
            <a:avLst/>
          </a:prstGeom>
          <a:noFill/>
          <a:ln w="9525">
            <a:noFill/>
            <a:miter lim="800000"/>
            <a:headEnd/>
            <a:tailEnd/>
          </a:ln>
          <a:effectLst/>
        </p:spPr>
        <p:txBody>
          <a:bodyPr lIns="80124" tIns="40063" rIns="80124" bIns="40063">
            <a:spAutoFit/>
          </a:bodyPr>
          <a:lstStyle/>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英文标题</a:t>
            </a:r>
            <a:r>
              <a:rPr lang="en-US" altLang="zh-CN" sz="1100" dirty="0">
                <a:solidFill>
                  <a:srgbClr val="FFFFFF"/>
                </a:solidFill>
                <a:latin typeface="Calibri" pitchFamily="34" charset="0"/>
                <a:ea typeface="宋体" charset="-122"/>
              </a:rPr>
              <a:t>:32-35pt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 R153 G0 B0</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内部使用字体 </a:t>
            </a:r>
            <a:r>
              <a:rPr lang="en-US" altLang="zh-CN" sz="1100" dirty="0">
                <a:solidFill>
                  <a:srgbClr val="FFFFFF"/>
                </a:solidFill>
                <a:latin typeface="Calibri" pitchFamily="34" charset="0"/>
                <a:ea typeface="宋体" charset="-122"/>
              </a:rPr>
              <a:t>:</a:t>
            </a:r>
          </a:p>
          <a:p>
            <a:pPr marL="342900" indent="-342900" algn="r" eaLnBrk="0" hangingPunct="0">
              <a:lnSpc>
                <a:spcPct val="125000"/>
              </a:lnSpc>
              <a:spcBef>
                <a:spcPct val="20000"/>
              </a:spcBef>
              <a:buFont typeface="Arial" charset="0"/>
              <a:buNone/>
              <a:defRPr/>
            </a:pPr>
            <a:r>
              <a:rPr lang="en-US" altLang="zh-CN" sz="1100" dirty="0" err="1">
                <a:solidFill>
                  <a:srgbClr val="FFFFFF"/>
                </a:solidFill>
                <a:latin typeface="Calibri" pitchFamily="34" charset="0"/>
                <a:ea typeface="宋体" charset="-122"/>
              </a:rPr>
              <a:t>FrutigerNext</a:t>
            </a:r>
            <a:r>
              <a:rPr lang="en-US" altLang="zh-CN" sz="1100" dirty="0">
                <a:solidFill>
                  <a:srgbClr val="FFFFFF"/>
                </a:solidFill>
                <a:latin typeface="Calibri" pitchFamily="34" charset="0"/>
                <a:ea typeface="宋体" charset="-122"/>
              </a:rPr>
              <a:t> LT Medium</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外部使用字体 </a:t>
            </a:r>
            <a:r>
              <a:rPr lang="en-US" altLang="zh-CN" sz="1100" dirty="0">
                <a:solidFill>
                  <a:srgbClr val="FFFFFF"/>
                </a:solidFill>
                <a:latin typeface="Calibri" pitchFamily="34" charset="0"/>
                <a:ea typeface="宋体" charset="-122"/>
              </a:rPr>
              <a:t>: Arial</a:t>
            </a:r>
          </a:p>
          <a:p>
            <a:pPr marL="342900" indent="-342900" algn="r" eaLnBrk="0" hangingPunct="0">
              <a:lnSpc>
                <a:spcPct val="75000"/>
              </a:lnSpc>
              <a:spcBef>
                <a:spcPct val="20000"/>
              </a:spcBef>
              <a:buFont typeface="Arial" charset="0"/>
              <a:buNone/>
              <a:defRPr/>
            </a:pPr>
            <a:endParaRPr lang="en-US" altLang="zh-CN"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中文标题</a:t>
            </a:r>
            <a:r>
              <a:rPr lang="en-US" altLang="zh-CN" sz="1100" dirty="0">
                <a:solidFill>
                  <a:srgbClr val="FFFFFF"/>
                </a:solidFill>
                <a:latin typeface="Calibri" pitchFamily="34" charset="0"/>
                <a:ea typeface="宋体" charset="-122"/>
              </a:rPr>
              <a:t>:30-32pt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 R153 G0 B0</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字体</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黑体</a:t>
            </a: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英文正文</a:t>
            </a:r>
            <a:r>
              <a:rPr lang="en-US" altLang="zh-CN" sz="1100" dirty="0">
                <a:solidFill>
                  <a:srgbClr val="FFFFFF"/>
                </a:solidFill>
                <a:latin typeface="Calibri" pitchFamily="34" charset="0"/>
                <a:ea typeface="宋体" charset="-122"/>
              </a:rPr>
              <a:t>:20-22pt</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子目录 </a:t>
            </a:r>
            <a:r>
              <a:rPr lang="en-US" altLang="zh-CN" sz="1100" dirty="0">
                <a:solidFill>
                  <a:srgbClr val="FFFFFF"/>
                </a:solidFill>
                <a:latin typeface="Calibri" pitchFamily="34" charset="0"/>
                <a:ea typeface="宋体" charset="-122"/>
              </a:rPr>
              <a:t>(2-5</a:t>
            </a:r>
            <a:r>
              <a:rPr lang="zh-CN" altLang="en-US" sz="1100" dirty="0">
                <a:solidFill>
                  <a:srgbClr val="FFFFFF"/>
                </a:solidFill>
                <a:latin typeface="Calibri" pitchFamily="34" charset="0"/>
                <a:ea typeface="宋体" charset="-122"/>
              </a:rPr>
              <a:t>级</a:t>
            </a:r>
            <a:r>
              <a:rPr lang="en-US" altLang="zh-CN" sz="1100" dirty="0">
                <a:solidFill>
                  <a:srgbClr val="FFFFFF"/>
                </a:solidFill>
                <a:latin typeface="Calibri" pitchFamily="34" charset="0"/>
                <a:ea typeface="宋体" charset="-122"/>
              </a:rPr>
              <a:t>) :18pt  </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黑色</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内部使用字体 </a:t>
            </a:r>
            <a:r>
              <a:rPr lang="en-US" altLang="zh-CN" sz="1100" dirty="0">
                <a:solidFill>
                  <a:srgbClr val="FFFFFF"/>
                </a:solidFill>
                <a:latin typeface="Calibri" pitchFamily="34" charset="0"/>
                <a:ea typeface="宋体" charset="-122"/>
              </a:rPr>
              <a:t>:</a:t>
            </a:r>
          </a:p>
          <a:p>
            <a:pPr marL="342900" indent="-342900" algn="r" eaLnBrk="0" hangingPunct="0">
              <a:lnSpc>
                <a:spcPct val="125000"/>
              </a:lnSpc>
              <a:spcBef>
                <a:spcPct val="20000"/>
              </a:spcBef>
              <a:buFont typeface="Arial" charset="0"/>
              <a:buNone/>
              <a:defRPr/>
            </a:pPr>
            <a:r>
              <a:rPr lang="en-US" altLang="zh-CN" sz="1100" dirty="0" err="1">
                <a:solidFill>
                  <a:srgbClr val="FFFFFF"/>
                </a:solidFill>
                <a:latin typeface="Calibri" pitchFamily="34" charset="0"/>
                <a:ea typeface="宋体" charset="-122"/>
              </a:rPr>
              <a:t>FrutigerNext</a:t>
            </a:r>
            <a:r>
              <a:rPr lang="en-US" altLang="zh-CN" sz="1100" dirty="0">
                <a:solidFill>
                  <a:srgbClr val="FFFFFF"/>
                </a:solidFill>
                <a:latin typeface="Calibri" pitchFamily="34" charset="0"/>
                <a:ea typeface="宋体" charset="-122"/>
              </a:rPr>
              <a:t> LT Regular</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外部使用字体 </a:t>
            </a:r>
            <a:r>
              <a:rPr lang="en-US" altLang="zh-CN" sz="1100" dirty="0">
                <a:solidFill>
                  <a:srgbClr val="FFFFFF"/>
                </a:solidFill>
                <a:latin typeface="Calibri" pitchFamily="34" charset="0"/>
                <a:ea typeface="宋体" charset="-122"/>
              </a:rPr>
              <a:t>: Arial</a:t>
            </a:r>
          </a:p>
          <a:p>
            <a:pPr marL="342900" indent="-342900" algn="r" eaLnBrk="0" hangingPunct="0">
              <a:lnSpc>
                <a:spcPct val="75000"/>
              </a:lnSpc>
              <a:spcBef>
                <a:spcPct val="20000"/>
              </a:spcBef>
              <a:buFont typeface="Arial" charset="0"/>
              <a:buNone/>
              <a:defRPr/>
            </a:pPr>
            <a:endParaRPr lang="en-US" altLang="zh-CN"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中文正文</a:t>
            </a:r>
            <a:r>
              <a:rPr lang="en-US" altLang="zh-CN" sz="1100" dirty="0">
                <a:solidFill>
                  <a:srgbClr val="FFFFFF"/>
                </a:solidFill>
                <a:latin typeface="Calibri" pitchFamily="34" charset="0"/>
                <a:ea typeface="宋体" charset="-122"/>
              </a:rPr>
              <a:t>:18-20pt</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子目录</a:t>
            </a:r>
            <a:r>
              <a:rPr lang="en-US" altLang="zh-CN" sz="1100" dirty="0">
                <a:solidFill>
                  <a:srgbClr val="FFFFFF"/>
                </a:solidFill>
                <a:latin typeface="Calibri" pitchFamily="34" charset="0"/>
                <a:ea typeface="宋体" charset="-122"/>
              </a:rPr>
              <a:t>(2-5</a:t>
            </a:r>
            <a:r>
              <a:rPr lang="zh-CN" altLang="en-US" sz="1100" dirty="0">
                <a:solidFill>
                  <a:srgbClr val="FFFFFF"/>
                </a:solidFill>
                <a:latin typeface="Calibri" pitchFamily="34" charset="0"/>
                <a:ea typeface="宋体" charset="-122"/>
              </a:rPr>
              <a:t>级</a:t>
            </a:r>
            <a:r>
              <a:rPr lang="en-US" altLang="zh-CN" sz="1100" dirty="0">
                <a:solidFill>
                  <a:srgbClr val="FFFFFF"/>
                </a:solidFill>
                <a:latin typeface="Calibri" pitchFamily="34" charset="0"/>
                <a:ea typeface="宋体" charset="-122"/>
              </a:rPr>
              <a:t>):18pt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黑色</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字体</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细黑体</a:t>
            </a:r>
            <a:r>
              <a:rPr lang="zh-CN" altLang="en-US" sz="1100" b="1" dirty="0">
                <a:solidFill>
                  <a:srgbClr val="FFFFFF"/>
                </a:solidFill>
              </a:rPr>
              <a:t> </a:t>
            </a:r>
          </a:p>
        </p:txBody>
      </p:sp>
      <p:grpSp>
        <p:nvGrpSpPr>
          <p:cNvPr id="2" name="Group 16"/>
          <p:cNvGrpSpPr>
            <a:grpSpLocks/>
          </p:cNvGrpSpPr>
          <p:nvPr/>
        </p:nvGrpSpPr>
        <p:grpSpPr bwMode="auto">
          <a:xfrm>
            <a:off x="12436539"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latin typeface="Calibri" pitchFamily="34" charset="0"/>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sp>
        <p:nvSpPr>
          <p:cNvPr id="10251" name="Rectangle 83"/>
          <p:cNvSpPr>
            <a:spLocks noChangeArrowheads="1"/>
          </p:cNvSpPr>
          <p:nvPr/>
        </p:nvSpPr>
        <p:spPr bwMode="auto">
          <a:xfrm>
            <a:off x="12339155" y="1341439"/>
            <a:ext cx="1590031" cy="1333559"/>
          </a:xfrm>
          <a:prstGeom prst="rect">
            <a:avLst/>
          </a:prstGeom>
          <a:noFill/>
          <a:ln w="9525">
            <a:noFill/>
            <a:miter lim="800000"/>
            <a:headEnd/>
            <a:tailEnd/>
          </a:ln>
          <a:effectLst/>
        </p:spPr>
        <p:txBody>
          <a:bodyPr lIns="80124" tIns="40063" rIns="80124" bIns="40063">
            <a:spAutoFit/>
          </a:bodyPr>
          <a:lstStyle/>
          <a:p>
            <a:pPr eaLnBrk="0" hangingPunct="0">
              <a:lnSpc>
                <a:spcPct val="120000"/>
              </a:lnSpc>
              <a:spcBef>
                <a:spcPct val="20000"/>
              </a:spcBef>
              <a:buFont typeface="Arial" charset="0"/>
              <a:buNone/>
              <a:defRPr/>
            </a:pPr>
            <a:r>
              <a:rPr lang="zh-CN" altLang="en-US" sz="1100">
                <a:solidFill>
                  <a:srgbClr val="FFFFFF"/>
                </a:solidFill>
                <a:latin typeface="Calibri" pitchFamily="34" charset="0"/>
                <a:ea typeface="宋体" charset="-122"/>
              </a:rPr>
              <a:t>配色参考方案：</a:t>
            </a:r>
          </a:p>
          <a:p>
            <a:pPr eaLnBrk="0" hangingPunct="0">
              <a:lnSpc>
                <a:spcPct val="120000"/>
              </a:lnSpc>
              <a:spcBef>
                <a:spcPct val="20000"/>
              </a:spcBef>
              <a:buFont typeface="Arial" charset="0"/>
              <a:buNone/>
              <a:defRPr/>
            </a:pPr>
            <a:r>
              <a:rPr lang="zh-CN" altLang="en-US" sz="1100">
                <a:solidFill>
                  <a:srgbClr val="FFFFFF"/>
                </a:solidFill>
                <a:latin typeface="Calibri" pitchFamily="34" charset="0"/>
                <a:ea typeface="宋体" charset="-122"/>
              </a:rPr>
              <a:t>建议同一页面内不超过四种颜色，以下是</a:t>
            </a:r>
            <a:r>
              <a:rPr lang="en-US" altLang="zh-CN" sz="1100">
                <a:solidFill>
                  <a:srgbClr val="FFFFFF"/>
                </a:solidFill>
                <a:latin typeface="Calibri" pitchFamily="34" charset="0"/>
                <a:ea typeface="宋体" charset="-122"/>
              </a:rPr>
              <a:t>13</a:t>
            </a:r>
            <a:r>
              <a:rPr lang="zh-CN" altLang="en-US" sz="1100">
                <a:solidFill>
                  <a:srgbClr val="FFFFFF"/>
                </a:solidFill>
                <a:latin typeface="Calibri" pitchFamily="34" charset="0"/>
                <a:ea typeface="宋体" charset="-122"/>
              </a:rPr>
              <a:t>组配色方案，同一页面内只选择一组使用。（仅供参考）</a:t>
            </a:r>
          </a:p>
        </p:txBody>
      </p:sp>
      <p:sp>
        <p:nvSpPr>
          <p:cNvPr id="10252" name="Rectangle 84"/>
          <p:cNvSpPr>
            <a:spLocks noChangeArrowheads="1"/>
          </p:cNvSpPr>
          <p:nvPr/>
        </p:nvSpPr>
        <p:spPr bwMode="auto">
          <a:xfrm>
            <a:off x="12339146" y="7938"/>
            <a:ext cx="1494756" cy="487174"/>
          </a:xfrm>
          <a:prstGeom prst="rect">
            <a:avLst/>
          </a:prstGeom>
          <a:noFill/>
          <a:ln w="9525">
            <a:noFill/>
            <a:miter lim="800000"/>
            <a:headEnd/>
            <a:tailEnd/>
          </a:ln>
          <a:effectLst/>
        </p:spPr>
        <p:txBody>
          <a:bodyPr lIns="80124" tIns="40063" rIns="80124" bIns="40063">
            <a:spAutoFit/>
          </a:bodyPr>
          <a:lstStyle/>
          <a:p>
            <a:pPr>
              <a:lnSpc>
                <a:spcPct val="120000"/>
              </a:lnSpc>
              <a:buClr>
                <a:srgbClr val="777777"/>
              </a:buClr>
              <a:buSzPct val="60000"/>
              <a:buFont typeface="Wingdings" pitchFamily="2" charset="2"/>
              <a:buNone/>
              <a:defRPr/>
            </a:pPr>
            <a:r>
              <a:rPr lang="zh-CN" altLang="en-US" sz="1100">
                <a:solidFill>
                  <a:srgbClr val="FFFFFF"/>
                </a:solidFill>
                <a:latin typeface="Calibri" pitchFamily="34" charset="0"/>
                <a:ea typeface="宋体" charset="-122"/>
              </a:rPr>
              <a:t>客户或者合作伙伴的标志放在右上角</a:t>
            </a:r>
            <a:r>
              <a:rPr lang="en-US" altLang="zh-CN" sz="1100">
                <a:solidFill>
                  <a:srgbClr val="FFFFFF"/>
                </a:solidFill>
                <a:latin typeface="Calibri" pitchFamily="34" charset="0"/>
                <a:ea typeface="宋体" charset="-122"/>
              </a:rPr>
              <a:t>.</a:t>
            </a:r>
            <a:endParaRPr lang="zh-CN" altLang="en-US" sz="1100">
              <a:solidFill>
                <a:srgbClr val="FFFFFF"/>
              </a:solidFill>
              <a:latin typeface="Calibri" pitchFamily="34" charset="0"/>
              <a:ea typeface="宋体" charset="-122"/>
            </a:endParaRPr>
          </a:p>
        </p:txBody>
      </p:sp>
      <p:sp>
        <p:nvSpPr>
          <p:cNvPr id="6149" name="Rectangle 5"/>
          <p:cNvSpPr>
            <a:spLocks noChangeArrowheads="1"/>
          </p:cNvSpPr>
          <p:nvPr/>
        </p:nvSpPr>
        <p:spPr bwMode="auto">
          <a:xfrm>
            <a:off x="8483693" y="6489717"/>
            <a:ext cx="2796844"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6379" y="6463220"/>
            <a:ext cx="2085332" cy="153888"/>
          </a:xfrm>
          <a:prstGeom prst="rect">
            <a:avLst/>
          </a:prstGeom>
          <a:noFill/>
          <a:ln w="9525" algn="ctr">
            <a:noFill/>
            <a:miter lim="800000"/>
            <a:headEnd/>
            <a:tailEnd/>
          </a:ln>
          <a:effectLst/>
        </p:spPr>
        <p:txBody>
          <a:bodyPr wrap="none" lIns="80082" tIns="0" rIns="80082"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688"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79" descr="dd"/>
          <p:cNvPicPr>
            <a:picLocks noChangeAspect="1" noChangeArrowheads="1"/>
          </p:cNvPicPr>
          <p:nvPr/>
        </p:nvPicPr>
        <p:blipFill>
          <a:blip r:embed="rId8" cstate="print"/>
          <a:srcRect/>
          <a:stretch>
            <a:fillRect/>
          </a:stretch>
        </p:blipFill>
        <p:spPr bwMode="auto">
          <a:xfrm>
            <a:off x="3" y="6224675"/>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230"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charset="0"/>
                <a:ea typeface="MS PGothic" pitchFamily="34" charset="-128"/>
              </a:rPr>
              <a:t>HUAWEI TECHNOLOGIES (Egypt) CO., LTD.</a:t>
            </a:r>
            <a:endParaRPr lang="en-US" altLang="zh-CN" sz="2200" dirty="0">
              <a:solidFill>
                <a:srgbClr val="000000"/>
              </a:solidFill>
              <a:ea typeface="MS PGothic" pitchFamily="34" charset="-128"/>
            </a:endParaRPr>
          </a:p>
        </p:txBody>
      </p:sp>
      <p:pic>
        <p:nvPicPr>
          <p:cNvPr id="6148" name="Picture 9" descr="8"/>
          <p:cNvPicPr>
            <a:picLocks noChangeAspect="1" noChangeArrowheads="1"/>
          </p:cNvPicPr>
          <p:nvPr/>
        </p:nvPicPr>
        <p:blipFill>
          <a:blip r:embed="rId9" cstate="print"/>
          <a:srcRect/>
          <a:stretch>
            <a:fillRect/>
          </a:stretch>
        </p:blipFill>
        <p:spPr bwMode="auto">
          <a:xfrm>
            <a:off x="10014448" y="6399300"/>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693" y="6489787"/>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200">
                <a:solidFill>
                  <a:schemeClr val="tx1"/>
                </a:solidFill>
                <a:latin typeface="FrutigerNext LT Bold" charset="0"/>
              </a:defRPr>
            </a:lvl1pPr>
          </a:lstStyle>
          <a:p>
            <a:pPr>
              <a:defRPr/>
            </a:pPr>
            <a:endParaRPr lang="en-GB" altLang="zh-CN">
              <a:solidFill>
                <a:srgbClr val="000000"/>
              </a:solidFill>
              <a:ea typeface="MS PGothic" pitchFamily="34" charset="-128"/>
            </a:endParaRPr>
          </a:p>
        </p:txBody>
      </p:sp>
      <p:sp>
        <p:nvSpPr>
          <p:cNvPr id="6150" name="Rectangle 13"/>
          <p:cNvSpPr>
            <a:spLocks noGrp="1" noChangeArrowheads="1"/>
          </p:cNvSpPr>
          <p:nvPr>
            <p:ph type="title"/>
          </p:nvPr>
        </p:nvSpPr>
        <p:spPr bwMode="auto">
          <a:xfrm>
            <a:off x="696994" y="430217"/>
            <a:ext cx="10801200" cy="871537"/>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dirty="0"/>
              <a:t>单击此处编辑母版标题样式</a:t>
            </a:r>
          </a:p>
        </p:txBody>
      </p:sp>
      <p:sp>
        <p:nvSpPr>
          <p:cNvPr id="28693" name="Rectangle 21"/>
          <p:cNvSpPr>
            <a:spLocks noChangeArrowheads="1"/>
          </p:cNvSpPr>
          <p:nvPr/>
        </p:nvSpPr>
        <p:spPr bwMode="auto">
          <a:xfrm>
            <a:off x="5191472"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45"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000000"/>
              </a:solidFill>
              <a:latin typeface="Arial" pitchFamily="34" charset="0"/>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6155" name="Rectangle 68"/>
          <p:cNvSpPr>
            <a:spLocks noGrp="1" noChangeArrowheads="1"/>
          </p:cNvSpPr>
          <p:nvPr>
            <p:ph type="body" idx="1"/>
          </p:nvPr>
        </p:nvSpPr>
        <p:spPr bwMode="auto">
          <a:xfrm>
            <a:off x="624984" y="1641475"/>
            <a:ext cx="10873207"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752" name="Rectangle 80"/>
          <p:cNvSpPr>
            <a:spLocks noChangeArrowheads="1"/>
          </p:cNvSpPr>
          <p:nvPr/>
        </p:nvSpPr>
        <p:spPr bwMode="auto">
          <a:xfrm>
            <a:off x="12362437" y="5020577"/>
            <a:ext cx="1225868" cy="307760"/>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sz="1400">
              <a:solidFill>
                <a:srgbClr val="FFFFFF"/>
              </a:solidFill>
              <a:latin typeface="FrutigerNext LT Regular"/>
              <a:ea typeface="MS PGothic"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6" name="Group 101"/>
          <p:cNvGrpSpPr>
            <a:grpSpLocks/>
          </p:cNvGrpSpPr>
          <p:nvPr/>
        </p:nvGrpSpPr>
        <p:grpSpPr bwMode="auto">
          <a:xfrm>
            <a:off x="12476769" y="4581612"/>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7" name="Group 106"/>
          <p:cNvGrpSpPr>
            <a:grpSpLocks/>
          </p:cNvGrpSpPr>
          <p:nvPr/>
        </p:nvGrpSpPr>
        <p:grpSpPr bwMode="auto">
          <a:xfrm>
            <a:off x="12476769" y="4797512"/>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8" name="Group 111"/>
          <p:cNvGrpSpPr>
            <a:grpSpLocks/>
          </p:cNvGrpSpPr>
          <p:nvPr/>
        </p:nvGrpSpPr>
        <p:grpSpPr bwMode="auto">
          <a:xfrm>
            <a:off x="12476769" y="5013412"/>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2" name="Group 131"/>
          <p:cNvGrpSpPr>
            <a:grpSpLocks/>
          </p:cNvGrpSpPr>
          <p:nvPr/>
        </p:nvGrpSpPr>
        <p:grpSpPr bwMode="auto">
          <a:xfrm>
            <a:off x="12476769" y="6165937"/>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3" name="Group 136"/>
          <p:cNvGrpSpPr>
            <a:grpSpLocks/>
          </p:cNvGrpSpPr>
          <p:nvPr/>
        </p:nvGrpSpPr>
        <p:grpSpPr bwMode="auto">
          <a:xfrm>
            <a:off x="12476769" y="6391362"/>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spTree>
  </p:cSld>
  <p:clrMap bg1="lt1" tx1="dk1" bg2="lt2" tx2="dk2" accent1="accent1" accent2="accent2" accent3="accent3" accent4="accent4" accent5="accent5" accent6="accent6" hlink="hlink" folHlink="folHlink"/>
  <p:sldLayoutIdLst>
    <p:sldLayoutId id="2147484211" r:id="rId1"/>
    <p:sldLayoutId id="2147484212" r:id="rId2"/>
    <p:sldLayoutId id="2147484213" r:id="rId3"/>
    <p:sldLayoutId id="2147484214" r:id="rId4"/>
    <p:sldLayoutId id="2147484215" r:id="rId5"/>
    <p:sldLayoutId id="2147484216" r:id="rId6"/>
  </p:sldLayoutIdLst>
  <p:hf hdr="0" ftr="0" dt="0"/>
  <p:txStyles>
    <p:titleStyle>
      <a:lvl1pPr algn="l" defTabSz="801688" rtl="0" eaLnBrk="0" fontAlgn="base" hangingPunct="0">
        <a:spcBef>
          <a:spcPct val="0"/>
        </a:spcBef>
        <a:spcAft>
          <a:spcPct val="0"/>
        </a:spcAft>
        <a:defRPr sz="3200" b="1">
          <a:solidFill>
            <a:srgbClr val="990000"/>
          </a:solidFill>
          <a:latin typeface="+mj-lt"/>
          <a:ea typeface="+mj-ea"/>
          <a:cs typeface="+mj-cs"/>
        </a:defRPr>
      </a:lvl1pPr>
      <a:lvl2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4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4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4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400">
          <a:solidFill>
            <a:srgbClr val="990000"/>
          </a:solidFill>
          <a:latin typeface="FrutigerNext LT Medium"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微软雅黑" pitchFamily="34" charset="-122"/>
          <a:ea typeface="微软雅黑" pitchFamily="34" charset="-122"/>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微软雅黑" pitchFamily="34" charset="-122"/>
          <a:ea typeface="微软雅黑" pitchFamily="34" charset="-122"/>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微软雅黑" pitchFamily="34" charset="-122"/>
          <a:ea typeface="微软雅黑" pitchFamily="34" charset="-122"/>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 y="6224658"/>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35"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8" y="6386583"/>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6"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37"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ea typeface="华文细黑" pitchFamily="2" charset="-122"/>
              </a:rPr>
              <a:t> </a:t>
            </a:r>
          </a:p>
        </p:txBody>
      </p:sp>
      <p:grpSp>
        <p:nvGrpSpPr>
          <p:cNvPr id="2" name="Group 16"/>
          <p:cNvGrpSpPr>
            <a:grpSpLocks/>
          </p:cNvGrpSpPr>
          <p:nvPr/>
        </p:nvGrpSpPr>
        <p:grpSpPr bwMode="auto">
          <a:xfrm>
            <a:off x="12436546"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90"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79" name="Rectangle 21"/>
          <p:cNvSpPr>
            <a:spLocks noChangeArrowheads="1"/>
          </p:cNvSpPr>
          <p:nvPr userDrawn="1"/>
        </p:nvSpPr>
        <p:spPr bwMode="auto">
          <a:xfrm>
            <a:off x="5048940" y="6465937"/>
            <a:ext cx="1285434"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dirty="0">
                <a:solidFill>
                  <a:srgbClr val="000000"/>
                </a:solidFill>
                <a:latin typeface="Arial Narrow"/>
              </a:rPr>
              <a:t>Huawei Confidential</a:t>
            </a:r>
          </a:p>
        </p:txBody>
      </p:sp>
      <p:sp>
        <p:nvSpPr>
          <p:cNvPr id="81" name="Rectangle 5"/>
          <p:cNvSpPr>
            <a:spLocks noChangeArrowheads="1"/>
          </p:cNvSpPr>
          <p:nvPr userDrawn="1"/>
        </p:nvSpPr>
        <p:spPr bwMode="auto">
          <a:xfrm>
            <a:off x="8463376" y="6489701"/>
            <a:ext cx="240515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6224603"/>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798"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14445" y="6386528"/>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6"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70"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43"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51"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6149" name="Rectangle 5"/>
          <p:cNvSpPr>
            <a:spLocks noChangeArrowheads="1"/>
          </p:cNvSpPr>
          <p:nvPr/>
        </p:nvSpPr>
        <p:spPr bwMode="auto">
          <a:xfrm>
            <a:off x="8483696" y="6489701"/>
            <a:ext cx="2799821"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Page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
        <p:nvSpPr>
          <p:cNvPr id="80" name="Rectangle 21"/>
          <p:cNvSpPr>
            <a:spLocks noChangeArrowheads="1"/>
          </p:cNvSpPr>
          <p:nvPr/>
        </p:nvSpPr>
        <p:spPr bwMode="auto">
          <a:xfrm>
            <a:off x="5048939" y="6465937"/>
            <a:ext cx="2085332" cy="153888"/>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zh-CN" altLang="en-US" sz="1000" dirty="0">
                <a:solidFill>
                  <a:srgbClr val="000000"/>
                </a:solidFill>
                <a:latin typeface="华文细黑"/>
              </a:rPr>
              <a:t>华为保密信息，未经授权禁止扩散</a:t>
            </a:r>
            <a:endParaRPr lang="en-US" altLang="zh-CN" sz="1000" dirty="0">
              <a:solidFill>
                <a:srgbClr val="000000"/>
              </a:solidFill>
              <a:latin typeface="华文细黑"/>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2400" b="1">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微软雅黑" pitchFamily="34" charset="-122"/>
          <a:ea typeface="微软雅黑" pitchFamily="34"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微软雅黑" pitchFamily="34" charset="-122"/>
          <a:ea typeface="微软雅黑" pitchFamily="34" charset="-122"/>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6224621"/>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13"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14445" y="638654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5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10248" name="Rectangle 68"/>
          <p:cNvSpPr>
            <a:spLocks noGrp="1" noChangeArrowheads="1"/>
          </p:cNvSpPr>
          <p:nvPr>
            <p:ph type="body" idx="1"/>
          </p:nvPr>
        </p:nvSpPr>
        <p:spPr bwMode="auto">
          <a:xfrm>
            <a:off x="1007796" y="1628781"/>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49" name="Rectangle 15"/>
          <p:cNvSpPr>
            <a:spLocks noChangeArrowheads="1"/>
          </p:cNvSpPr>
          <p:nvPr/>
        </p:nvSpPr>
        <p:spPr bwMode="auto">
          <a:xfrm>
            <a:off x="-2604161"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43"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63"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6149" name="Rectangle 5"/>
          <p:cNvSpPr>
            <a:spLocks noChangeArrowheads="1"/>
          </p:cNvSpPr>
          <p:nvPr/>
        </p:nvSpPr>
        <p:spPr bwMode="auto">
          <a:xfrm>
            <a:off x="8483693" y="6489733"/>
            <a:ext cx="2796844"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a:solidFill>
                  <a:srgbClr val="000000"/>
                </a:solidFill>
                <a:latin typeface="FrutigerNext LT Bold" pitchFamily="34" charset="0"/>
                <a:ea typeface="MS PGothic" pitchFamily="34" charset="-128"/>
              </a:rPr>
              <a:t>Page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a:solidFill>
                <a:srgbClr val="000000"/>
              </a:solidFill>
              <a:latin typeface="FrutigerNext LT Bold" pitchFamily="34" charset="0"/>
              <a:ea typeface="MS PGothic" pitchFamily="34" charset="-128"/>
            </a:endParaRPr>
          </a:p>
        </p:txBody>
      </p:sp>
      <p:sp>
        <p:nvSpPr>
          <p:cNvPr id="80" name="Rectangle 21"/>
          <p:cNvSpPr>
            <a:spLocks noChangeArrowheads="1"/>
          </p:cNvSpPr>
          <p:nvPr/>
        </p:nvSpPr>
        <p:spPr bwMode="auto">
          <a:xfrm>
            <a:off x="5048939" y="6465937"/>
            <a:ext cx="2085332" cy="153888"/>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zh-CN" altLang="en-US" sz="1000" dirty="0">
                <a:solidFill>
                  <a:srgbClr val="000000"/>
                </a:solidFill>
                <a:latin typeface="华文细黑"/>
              </a:rPr>
              <a:t>华为保密信息，未经授权禁止扩散</a:t>
            </a:r>
            <a:endParaRPr lang="en-US" altLang="zh-CN" sz="1000" dirty="0">
              <a:solidFill>
                <a:srgbClr val="000000"/>
              </a:solidFill>
              <a:latin typeface="华文细黑"/>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黑体" pitchFamily="49" charset="-122"/>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srcRect/>
          <a:stretch>
            <a:fillRect/>
          </a:stretch>
        </p:blipFill>
        <p:spPr bwMode="auto">
          <a:xfrm>
            <a:off x="1" y="6225276"/>
            <a:ext cx="12204247" cy="635453"/>
          </a:xfrm>
          <a:prstGeom prst="rect">
            <a:avLst/>
          </a:prstGeom>
          <a:noFill/>
          <a:ln w="9525">
            <a:noFill/>
            <a:miter lim="800000"/>
            <a:headEnd/>
            <a:tailEnd/>
          </a:ln>
        </p:spPr>
      </p:pic>
      <p:sp>
        <p:nvSpPr>
          <p:cNvPr id="154" name="Text Box 8"/>
          <p:cNvSpPr txBox="1">
            <a:spLocks noChangeArrowheads="1"/>
          </p:cNvSpPr>
          <p:nvPr/>
        </p:nvSpPr>
        <p:spPr bwMode="auto">
          <a:xfrm>
            <a:off x="1006894" y="6451147"/>
            <a:ext cx="3583790" cy="215444"/>
          </a:xfrm>
          <a:prstGeom prst="rect">
            <a:avLst/>
          </a:prstGeom>
          <a:noFill/>
          <a:ln>
            <a:noFill/>
          </a:ln>
          <a:extLst/>
        </p:spPr>
        <p:txBody>
          <a:bodyPr wrap="none" lIns="0" tIns="0" rIns="93461"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6" cstate="print"/>
          <a:srcRect/>
          <a:stretch>
            <a:fillRect/>
          </a:stretch>
        </p:blipFill>
        <p:spPr bwMode="auto">
          <a:xfrm>
            <a:off x="10014488" y="6387193"/>
            <a:ext cx="1748906" cy="311604"/>
          </a:xfrm>
          <a:prstGeom prst="rect">
            <a:avLst/>
          </a:prstGeom>
          <a:noFill/>
          <a:ln w="9525">
            <a:noFill/>
            <a:miter lim="800000"/>
            <a:headEnd/>
            <a:tailEnd/>
          </a:ln>
        </p:spPr>
      </p:pic>
      <p:sp>
        <p:nvSpPr>
          <p:cNvPr id="10245" name="Rectangle 13"/>
          <p:cNvSpPr>
            <a:spLocks noGrp="1" noChangeArrowheads="1"/>
          </p:cNvSpPr>
          <p:nvPr>
            <p:ph type="title"/>
          </p:nvPr>
        </p:nvSpPr>
        <p:spPr bwMode="auto">
          <a:xfrm>
            <a:off x="1006893" y="325212"/>
            <a:ext cx="10181393" cy="872217"/>
          </a:xfrm>
          <a:prstGeom prst="rect">
            <a:avLst/>
          </a:prstGeom>
          <a:noFill/>
          <a:ln w="9525">
            <a:noFill/>
            <a:miter lim="800000"/>
            <a:headEnd/>
            <a:tailEnd/>
          </a:ln>
        </p:spPr>
        <p:txBody>
          <a:bodyPr vert="horz" wrap="square" lIns="0" tIns="46740" rIns="93479" bIns="46740" numCol="1" anchor="ctr" anchorCtr="0" compatLnSpc="1">
            <a:prstTxWarp prst="textNoShape">
              <a:avLst/>
            </a:prstTxWarp>
          </a:bodyPr>
          <a:lstStyle/>
          <a:p>
            <a:pPr lvl="0"/>
            <a:r>
              <a:rPr lang="zh-CN" altLang="en-US"/>
              <a:t>单击此处编辑母版标题样式</a:t>
            </a:r>
          </a:p>
        </p:txBody>
      </p:sp>
      <p:sp>
        <p:nvSpPr>
          <p:cNvPr id="10246" name="Rectangle 68"/>
          <p:cNvSpPr>
            <a:spLocks noGrp="1" noChangeArrowheads="1"/>
          </p:cNvSpPr>
          <p:nvPr>
            <p:ph type="body" idx="1"/>
          </p:nvPr>
        </p:nvSpPr>
        <p:spPr bwMode="auto">
          <a:xfrm>
            <a:off x="1006893" y="1628780"/>
            <a:ext cx="10181393" cy="4193721"/>
          </a:xfrm>
          <a:prstGeom prst="rect">
            <a:avLst/>
          </a:prstGeom>
          <a:noFill/>
          <a:ln w="9525">
            <a:noFill/>
            <a:miter lim="800000"/>
            <a:headEnd/>
            <a:tailEnd/>
          </a:ln>
        </p:spPr>
        <p:txBody>
          <a:bodyPr vert="horz" wrap="square" lIns="93495" tIns="46747" rIns="93495" bIns="46747"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49" name="Rectangle 15"/>
          <p:cNvSpPr>
            <a:spLocks noChangeArrowheads="1"/>
          </p:cNvSpPr>
          <p:nvPr/>
        </p:nvSpPr>
        <p:spPr bwMode="auto">
          <a:xfrm>
            <a:off x="-2603404" y="692604"/>
            <a:ext cx="2460080" cy="6526152"/>
          </a:xfrm>
          <a:prstGeom prst="rect">
            <a:avLst/>
          </a:prstGeom>
          <a:noFill/>
          <a:ln>
            <a:noFill/>
          </a:ln>
          <a:effectLst/>
          <a:extLst/>
        </p:spPr>
        <p:txBody>
          <a:bodyPr lIns="93474" tIns="46739" rIns="93474" bIns="46739">
            <a:spAutoFit/>
          </a:bodyPr>
          <a:lstStyle/>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英文标题</a:t>
            </a:r>
            <a:r>
              <a:rPr lang="en-US" altLang="zh-CN" sz="1300">
                <a:solidFill>
                  <a:srgbClr val="FFFFFF"/>
                </a:solidFill>
                <a:latin typeface="Calibri" pitchFamily="34" charset="0"/>
                <a:ea typeface="宋体" pitchFamily="2" charset="-122"/>
              </a:rPr>
              <a:t>:32-35pt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 R153 G0 B0</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内部使用字体 </a:t>
            </a:r>
            <a:r>
              <a:rPr lang="en-US" altLang="zh-CN" sz="1300">
                <a:solidFill>
                  <a:srgbClr val="FFFFFF"/>
                </a:solidFill>
                <a:latin typeface="Calibri" pitchFamily="34" charset="0"/>
                <a:ea typeface="宋体" pitchFamily="2" charset="-122"/>
              </a:rPr>
              <a:t>:</a:t>
            </a:r>
          </a:p>
          <a:p>
            <a:pPr marL="398463" indent="-398463" algn="r" defTabSz="1065213" eaLnBrk="0" hangingPunct="0">
              <a:lnSpc>
                <a:spcPct val="125000"/>
              </a:lnSpc>
              <a:spcBef>
                <a:spcPct val="20000"/>
              </a:spcBef>
              <a:buFont typeface="Arial" pitchFamily="34" charset="0"/>
              <a:buNone/>
              <a:defRPr/>
            </a:pPr>
            <a:r>
              <a:rPr lang="en-US" altLang="zh-CN" sz="1300">
                <a:solidFill>
                  <a:srgbClr val="FFFFFF"/>
                </a:solidFill>
                <a:latin typeface="Calibri" pitchFamily="34" charset="0"/>
                <a:ea typeface="宋体" pitchFamily="2" charset="-122"/>
              </a:rPr>
              <a:t>FrutigerNext LT Medium</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外部使用字体 </a:t>
            </a:r>
            <a:r>
              <a:rPr lang="en-US" altLang="zh-CN" sz="1300">
                <a:solidFill>
                  <a:srgbClr val="FFFFFF"/>
                </a:solidFill>
                <a:latin typeface="Calibri" pitchFamily="34" charset="0"/>
                <a:ea typeface="宋体" pitchFamily="2" charset="-122"/>
              </a:rPr>
              <a:t>: Arial</a:t>
            </a:r>
          </a:p>
          <a:p>
            <a:pPr marL="398463" indent="-398463" algn="r" defTabSz="1065213" eaLnBrk="0" hangingPunct="0">
              <a:lnSpc>
                <a:spcPct val="75000"/>
              </a:lnSpc>
              <a:spcBef>
                <a:spcPct val="20000"/>
              </a:spcBef>
              <a:buFont typeface="Arial" pitchFamily="34" charset="0"/>
              <a:buNone/>
              <a:defRPr/>
            </a:pPr>
            <a:endParaRPr lang="en-US" altLang="zh-CN"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中文标题</a:t>
            </a:r>
            <a:r>
              <a:rPr lang="en-US" altLang="zh-CN" sz="1300">
                <a:solidFill>
                  <a:srgbClr val="FFFFFF"/>
                </a:solidFill>
                <a:latin typeface="Calibri" pitchFamily="34" charset="0"/>
                <a:ea typeface="宋体" pitchFamily="2" charset="-122"/>
              </a:rPr>
              <a:t>:30-32pt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 R153 G0 B0</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字体</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黑体</a:t>
            </a: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英文正文</a:t>
            </a:r>
            <a:r>
              <a:rPr lang="en-US" altLang="zh-CN" sz="1300">
                <a:solidFill>
                  <a:srgbClr val="FFFFFF"/>
                </a:solidFill>
                <a:latin typeface="Calibri" pitchFamily="34" charset="0"/>
                <a:ea typeface="宋体" pitchFamily="2" charset="-122"/>
              </a:rPr>
              <a:t>:20-22pt</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子目录 </a:t>
            </a:r>
            <a:r>
              <a:rPr lang="en-US" altLang="zh-CN" sz="1300">
                <a:solidFill>
                  <a:srgbClr val="FFFFFF"/>
                </a:solidFill>
                <a:latin typeface="Calibri" pitchFamily="34" charset="0"/>
                <a:ea typeface="宋体" pitchFamily="2" charset="-122"/>
              </a:rPr>
              <a:t>(2-5</a:t>
            </a:r>
            <a:r>
              <a:rPr lang="zh-CN" altLang="en-US" sz="1300">
                <a:solidFill>
                  <a:srgbClr val="FFFFFF"/>
                </a:solidFill>
                <a:latin typeface="Calibri" pitchFamily="34" charset="0"/>
                <a:ea typeface="宋体" pitchFamily="2" charset="-122"/>
              </a:rPr>
              <a:t>级</a:t>
            </a:r>
            <a:r>
              <a:rPr lang="en-US" altLang="zh-CN" sz="1300">
                <a:solidFill>
                  <a:srgbClr val="FFFFFF"/>
                </a:solidFill>
                <a:latin typeface="Calibri" pitchFamily="34" charset="0"/>
                <a:ea typeface="宋体" pitchFamily="2" charset="-122"/>
              </a:rPr>
              <a:t>) :18pt  </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黑色</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内部使用字体 </a:t>
            </a:r>
            <a:r>
              <a:rPr lang="en-US" altLang="zh-CN" sz="1300">
                <a:solidFill>
                  <a:srgbClr val="FFFFFF"/>
                </a:solidFill>
                <a:latin typeface="Calibri" pitchFamily="34" charset="0"/>
                <a:ea typeface="宋体" pitchFamily="2" charset="-122"/>
              </a:rPr>
              <a:t>:</a:t>
            </a:r>
          </a:p>
          <a:p>
            <a:pPr marL="398463" indent="-398463" algn="r" defTabSz="1065213" eaLnBrk="0" hangingPunct="0">
              <a:lnSpc>
                <a:spcPct val="125000"/>
              </a:lnSpc>
              <a:spcBef>
                <a:spcPct val="20000"/>
              </a:spcBef>
              <a:buFont typeface="Arial" pitchFamily="34" charset="0"/>
              <a:buNone/>
              <a:defRPr/>
            </a:pPr>
            <a:r>
              <a:rPr lang="en-US" altLang="zh-CN" sz="1300">
                <a:solidFill>
                  <a:srgbClr val="FFFFFF"/>
                </a:solidFill>
                <a:latin typeface="Calibri" pitchFamily="34" charset="0"/>
                <a:ea typeface="宋体" pitchFamily="2" charset="-122"/>
              </a:rPr>
              <a:t>FrutigerNext LT Regular</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外部使用字体 </a:t>
            </a:r>
            <a:r>
              <a:rPr lang="en-US" altLang="zh-CN" sz="1300">
                <a:solidFill>
                  <a:srgbClr val="FFFFFF"/>
                </a:solidFill>
                <a:latin typeface="Calibri" pitchFamily="34" charset="0"/>
                <a:ea typeface="宋体" pitchFamily="2" charset="-122"/>
              </a:rPr>
              <a:t>: Arial</a:t>
            </a:r>
          </a:p>
          <a:p>
            <a:pPr marL="398463" indent="-398463" algn="r" defTabSz="1065213" eaLnBrk="0" hangingPunct="0">
              <a:lnSpc>
                <a:spcPct val="75000"/>
              </a:lnSpc>
              <a:spcBef>
                <a:spcPct val="20000"/>
              </a:spcBef>
              <a:buFont typeface="Arial" pitchFamily="34" charset="0"/>
              <a:buNone/>
              <a:defRPr/>
            </a:pPr>
            <a:endParaRPr lang="en-US" altLang="zh-CN"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中文正文</a:t>
            </a:r>
            <a:r>
              <a:rPr lang="en-US" altLang="zh-CN" sz="1300">
                <a:solidFill>
                  <a:srgbClr val="FFFFFF"/>
                </a:solidFill>
                <a:latin typeface="Calibri" pitchFamily="34" charset="0"/>
                <a:ea typeface="宋体" pitchFamily="2" charset="-122"/>
              </a:rPr>
              <a:t>:18-20pt</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子目录</a:t>
            </a:r>
            <a:r>
              <a:rPr lang="en-US" altLang="zh-CN" sz="1300">
                <a:solidFill>
                  <a:srgbClr val="FFFFFF"/>
                </a:solidFill>
                <a:latin typeface="Calibri" pitchFamily="34" charset="0"/>
                <a:ea typeface="宋体" pitchFamily="2" charset="-122"/>
              </a:rPr>
              <a:t>(2-5</a:t>
            </a:r>
            <a:r>
              <a:rPr lang="zh-CN" altLang="en-US" sz="1300">
                <a:solidFill>
                  <a:srgbClr val="FFFFFF"/>
                </a:solidFill>
                <a:latin typeface="Calibri" pitchFamily="34" charset="0"/>
                <a:ea typeface="宋体" pitchFamily="2" charset="-122"/>
              </a:rPr>
              <a:t>级</a:t>
            </a:r>
            <a:r>
              <a:rPr lang="en-US" altLang="zh-CN" sz="1300">
                <a:solidFill>
                  <a:srgbClr val="FFFFFF"/>
                </a:solidFill>
                <a:latin typeface="Calibri" pitchFamily="34" charset="0"/>
                <a:ea typeface="宋体" pitchFamily="2" charset="-122"/>
              </a:rPr>
              <a:t>):18pt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黑色</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字体</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细黑体</a:t>
            </a:r>
            <a:r>
              <a:rPr lang="zh-CN" altLang="en-US" sz="1300" b="1">
                <a:solidFill>
                  <a:srgbClr val="FFFFFF"/>
                </a:solidFill>
                <a:latin typeface="Arial" pitchFamily="34" charset="0"/>
                <a:ea typeface="宋体" pitchFamily="2" charset="-122"/>
              </a:rPr>
              <a:t> </a:t>
            </a:r>
          </a:p>
        </p:txBody>
      </p:sp>
      <p:grpSp>
        <p:nvGrpSpPr>
          <p:cNvPr id="2" name="Group 16"/>
          <p:cNvGrpSpPr>
            <a:grpSpLocks/>
          </p:cNvGrpSpPr>
          <p:nvPr/>
        </p:nvGrpSpPr>
        <p:grpSpPr bwMode="auto">
          <a:xfrm>
            <a:off x="12436466" y="3512004"/>
            <a:ext cx="1226413" cy="3223532"/>
            <a:chOff x="5839" y="2251"/>
            <a:chExt cx="579" cy="2031"/>
          </a:xfrm>
        </p:grpSpPr>
        <p:sp>
          <p:nvSpPr>
            <p:cNvPr id="10253" name="Rectangle 17"/>
            <p:cNvSpPr>
              <a:spLocks noChangeArrowheads="1"/>
            </p:cNvSpPr>
            <p:nvPr userDrawn="1"/>
          </p:nvSpPr>
          <p:spPr bwMode="auto">
            <a:xfrm>
              <a:off x="5839" y="3129"/>
              <a:ext cx="579" cy="262"/>
            </a:xfrm>
            <a:prstGeom prst="rect">
              <a:avLst/>
            </a:prstGeom>
            <a:solidFill>
              <a:schemeClr val="bg1"/>
            </a:solidFill>
            <a:ln>
              <a:noFill/>
            </a:ln>
            <a:effectLst/>
            <a:extLst/>
          </p:spPr>
          <p:txBody>
            <a:bodyPr lIns="91425" tIns="45712" rIns="91425" bIns="45712" anchor="ctr">
              <a:spAutoFit/>
            </a:bodyPr>
            <a:lstStyle/>
            <a:p>
              <a:pPr defTabSz="1066741">
                <a:defRPr/>
              </a:pPr>
              <a:endParaRPr lang="zh-CN" altLang="en-US" sz="2100">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7"/>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7"/>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7"/>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7"/>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8503" y="1341665"/>
            <a:ext cx="1591069" cy="1814862"/>
          </a:xfrm>
          <a:prstGeom prst="rect">
            <a:avLst/>
          </a:prstGeom>
          <a:noFill/>
          <a:ln>
            <a:noFill/>
          </a:ln>
          <a:effectLst/>
          <a:extLst/>
        </p:spPr>
        <p:txBody>
          <a:bodyPr lIns="93474" tIns="46739" rIns="93474" bIns="46739">
            <a:spAutoFit/>
          </a:bodyPr>
          <a:lstStyle/>
          <a:p>
            <a:pPr defTabSz="1066741" eaLnBrk="0" hangingPunct="0">
              <a:lnSpc>
                <a:spcPct val="120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配色参考方案：</a:t>
            </a:r>
          </a:p>
          <a:p>
            <a:pPr defTabSz="1066741" eaLnBrk="0" hangingPunct="0">
              <a:lnSpc>
                <a:spcPct val="120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建议同一页面内不超过四种颜色，以下是</a:t>
            </a:r>
            <a:r>
              <a:rPr lang="en-US" altLang="zh-CN" sz="1300">
                <a:solidFill>
                  <a:srgbClr val="FFFFFF"/>
                </a:solidFill>
                <a:latin typeface="Calibri" pitchFamily="34" charset="0"/>
                <a:ea typeface="宋体" pitchFamily="2" charset="-122"/>
              </a:rPr>
              <a:t>13</a:t>
            </a:r>
            <a:r>
              <a:rPr lang="zh-CN" altLang="en-US" sz="13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8502" y="8164"/>
            <a:ext cx="1494916" cy="814588"/>
          </a:xfrm>
          <a:prstGeom prst="rect">
            <a:avLst/>
          </a:prstGeom>
          <a:noFill/>
          <a:ln>
            <a:noFill/>
          </a:ln>
          <a:effectLst/>
          <a:extLst/>
        </p:spPr>
        <p:txBody>
          <a:bodyPr lIns="93474" tIns="46739" rIns="93474" bIns="46739">
            <a:spAutoFit/>
          </a:bodyPr>
          <a:lstStyle/>
          <a:p>
            <a:pPr defTabSz="1066741">
              <a:lnSpc>
                <a:spcPct val="120000"/>
              </a:lnSpc>
              <a:buClr>
                <a:srgbClr val="777777"/>
              </a:buClr>
              <a:buSzPct val="60000"/>
              <a:buFont typeface="Wingdings" pitchFamily="2" charset="2"/>
              <a:buNone/>
              <a:defRPr/>
            </a:pPr>
            <a:r>
              <a:rPr lang="zh-CN" altLang="en-US" sz="1300">
                <a:solidFill>
                  <a:srgbClr val="FFFFFF"/>
                </a:solidFill>
                <a:latin typeface="Calibri" pitchFamily="34" charset="0"/>
                <a:ea typeface="宋体" pitchFamily="2" charset="-122"/>
              </a:rPr>
              <a:t>客户或者合作伙伴的标志放在右上角</a:t>
            </a:r>
            <a:r>
              <a:rPr lang="en-US" altLang="zh-CN" sz="1300">
                <a:solidFill>
                  <a:srgbClr val="FFFFFF"/>
                </a:solidFill>
                <a:latin typeface="Calibri" pitchFamily="34" charset="0"/>
                <a:ea typeface="宋体" pitchFamily="2" charset="-122"/>
              </a:rPr>
              <a:t>.</a:t>
            </a:r>
            <a:endParaRPr lang="zh-CN" altLang="en-US" sz="1300">
              <a:solidFill>
                <a:srgbClr val="FFFFFF"/>
              </a:solidFill>
              <a:latin typeface="Calibri" pitchFamily="34" charset="0"/>
              <a:ea typeface="宋体" pitchFamily="2" charset="-122"/>
            </a:endParaRPr>
          </a:p>
        </p:txBody>
      </p:sp>
      <p:sp>
        <p:nvSpPr>
          <p:cNvPr id="79" name="Rectangle 21"/>
          <p:cNvSpPr>
            <a:spLocks noChangeArrowheads="1"/>
          </p:cNvSpPr>
          <p:nvPr userDrawn="1"/>
        </p:nvSpPr>
        <p:spPr bwMode="auto">
          <a:xfrm>
            <a:off x="5048974" y="6466114"/>
            <a:ext cx="1495123" cy="215444"/>
          </a:xfrm>
          <a:prstGeom prst="rect">
            <a:avLst/>
          </a:prstGeom>
          <a:noFill/>
          <a:ln w="9525" algn="ctr">
            <a:noFill/>
            <a:miter lim="800000"/>
            <a:headEnd/>
            <a:tailEnd/>
          </a:ln>
          <a:effectLst/>
        </p:spPr>
        <p:txBody>
          <a:bodyPr wrap="none" lIns="93425" tIns="0" rIns="93425" bIns="0">
            <a:spAutoFit/>
          </a:bodyPr>
          <a:lstStyle/>
          <a:p>
            <a:pPr defTabSz="935252" eaLnBrk="0" hangingPunct="0">
              <a:defRPr/>
            </a:pPr>
            <a:r>
              <a:rPr lang="en-US" altLang="zh-CN" sz="1400" dirty="0">
                <a:solidFill>
                  <a:srgbClr val="000000"/>
                </a:solidFill>
                <a:latin typeface="Arial Narrow"/>
              </a:rPr>
              <a:t>Huawei Confidential</a:t>
            </a:r>
          </a:p>
        </p:txBody>
      </p:sp>
      <p:sp>
        <p:nvSpPr>
          <p:cNvPr id="81" name="Rectangle 5"/>
          <p:cNvSpPr>
            <a:spLocks noChangeArrowheads="1"/>
          </p:cNvSpPr>
          <p:nvPr userDrawn="1"/>
        </p:nvSpPr>
        <p:spPr bwMode="auto">
          <a:xfrm>
            <a:off x="8463332" y="6489255"/>
            <a:ext cx="2405654" cy="368753"/>
          </a:xfrm>
          <a:prstGeom prst="rect">
            <a:avLst/>
          </a:prstGeom>
          <a:noFill/>
          <a:ln>
            <a:noFill/>
          </a:ln>
          <a:extLst/>
        </p:spPr>
        <p:txBody>
          <a:bodyPr lIns="0" tIns="0" rIns="0" bIns="0"/>
          <a:lstStyle/>
          <a:p>
            <a:pPr defTabSz="1065213" eaLnBrk="0" hangingPunct="0">
              <a:lnSpc>
                <a:spcPct val="85000"/>
              </a:lnSpc>
              <a:defRPr/>
            </a:pPr>
            <a:r>
              <a:rPr lang="de-DE" altLang="zh-CN" sz="1400">
                <a:solidFill>
                  <a:srgbClr val="000000"/>
                </a:solidFill>
                <a:latin typeface="FrutigerNext LT Bold" charset="0"/>
                <a:ea typeface="MS PGothic" pitchFamily="34" charset="-128"/>
              </a:rPr>
              <a:t> </a:t>
            </a:r>
            <a:fld id="{7ECF1E9A-D8E5-4D81-9E98-A1D346CD42AF}" type="slidenum">
              <a:rPr lang="de-DE" altLang="zh-CN" sz="1400">
                <a:solidFill>
                  <a:srgbClr val="000000"/>
                </a:solidFill>
                <a:latin typeface="FrutigerNext LT Bold" charset="0"/>
                <a:ea typeface="MS PGothic" pitchFamily="34" charset="-128"/>
              </a:rPr>
              <a:pPr defTabSz="1065213" eaLnBrk="0" hangingPunct="0">
                <a:lnSpc>
                  <a:spcPct val="85000"/>
                </a:lnSpc>
                <a:defRPr/>
              </a:pPr>
              <a:t>‹#›</a:t>
            </a:fld>
            <a:endParaRPr lang="en-GB" altLang="zh-CN" sz="1400">
              <a:solidFill>
                <a:srgbClr val="000000"/>
              </a:solidFill>
              <a:latin typeface="FrutigerNext LT Bold" charset="0"/>
              <a:ea typeface="MS PGothic" pitchFamily="34" charset="-128"/>
            </a:endParaRPr>
          </a:p>
        </p:txBody>
      </p:sp>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Lst>
  <p:hf hdr="0" ftr="0" dt="0"/>
  <p:txStyles>
    <p:titleStyle>
      <a:lvl1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2pPr>
      <a:lvl3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3pPr>
      <a:lvl4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4pPr>
      <a:lvl5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5pPr>
      <a:lvl6pPr marL="533371"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6pPr>
      <a:lvl7pPr marL="1066741"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7pPr>
      <a:lvl8pPr marL="1600112"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8pPr>
      <a:lvl9pPr marL="2133483"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9pPr>
    </p:titleStyle>
    <p:bodyStyle>
      <a:lvl1pPr marL="398463" indent="-398463" algn="l" rtl="0" eaLnBrk="0" fontAlgn="base" hangingPunct="0">
        <a:lnSpc>
          <a:spcPct val="140000"/>
        </a:lnSpc>
        <a:spcBef>
          <a:spcPct val="0"/>
        </a:spcBef>
        <a:spcAft>
          <a:spcPct val="0"/>
        </a:spcAft>
        <a:buClr>
          <a:srgbClr val="777777"/>
        </a:buClr>
        <a:buSzPct val="60000"/>
        <a:buFont typeface="Wingdings" pitchFamily="2" charset="2"/>
        <a:buChar char="l"/>
        <a:defRPr sz="2300">
          <a:solidFill>
            <a:schemeClr val="tx1"/>
          </a:solidFill>
          <a:latin typeface="+mn-lt"/>
          <a:ea typeface="黑体" pitchFamily="49" charset="-122"/>
          <a:cs typeface="+mn-cs"/>
        </a:defRPr>
      </a:lvl1pPr>
      <a:lvl2pPr marL="865188" indent="-331788"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331913" indent="-265113" algn="l" rtl="0" eaLnBrk="0" fontAlgn="base" hangingPunct="0">
        <a:lnSpc>
          <a:spcPct val="140000"/>
        </a:lnSpc>
        <a:spcBef>
          <a:spcPct val="0"/>
        </a:spcBef>
        <a:spcAft>
          <a:spcPct val="0"/>
        </a:spcAft>
        <a:buSzPct val="50000"/>
        <a:buFont typeface="Wingdings" pitchFamily="2" charset="2"/>
        <a:buChar char="n"/>
        <a:defRPr sz="1900">
          <a:solidFill>
            <a:schemeClr val="tx1"/>
          </a:solidFill>
          <a:latin typeface="+mn-lt"/>
          <a:ea typeface="+mn-ea"/>
          <a:cs typeface="+mn-cs"/>
        </a:defRPr>
      </a:lvl3pPr>
      <a:lvl4pPr marL="1865313" indent="-265113" algn="l" rtl="0" eaLnBrk="0" fontAlgn="base" hangingPunct="0">
        <a:lnSpc>
          <a:spcPct val="140000"/>
        </a:lnSpc>
        <a:spcBef>
          <a:spcPct val="0"/>
        </a:spcBef>
        <a:spcAft>
          <a:spcPct val="0"/>
        </a:spcAft>
        <a:buChar char="–"/>
        <a:defRPr sz="1600">
          <a:solidFill>
            <a:schemeClr val="tx1"/>
          </a:solidFill>
          <a:latin typeface="+mn-lt"/>
          <a:ea typeface="+mn-ea"/>
          <a:cs typeface="+mn-cs"/>
        </a:defRPr>
      </a:lvl4pPr>
      <a:lvl5pPr marL="2398713" indent="-265113" algn="l" rtl="0" eaLnBrk="0" fontAlgn="base" hangingPunct="0">
        <a:lnSpc>
          <a:spcPct val="140000"/>
        </a:lnSpc>
        <a:spcBef>
          <a:spcPct val="0"/>
        </a:spcBef>
        <a:spcAft>
          <a:spcPct val="0"/>
        </a:spcAft>
        <a:buFont typeface="Arial" pitchFamily="34" charset="0"/>
        <a:buChar char="~"/>
        <a:defRPr sz="1400">
          <a:solidFill>
            <a:schemeClr val="tx1"/>
          </a:solidFill>
          <a:latin typeface="+mn-lt"/>
          <a:ea typeface="+mn-ea"/>
          <a:cs typeface="+mn-cs"/>
        </a:defRPr>
      </a:lvl5pPr>
      <a:lvl6pPr marL="2933539"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6pPr>
      <a:lvl7pPr marL="3466909"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7pPr>
      <a:lvl8pPr marL="4000280"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8pPr>
      <a:lvl9pPr marL="4533652"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9pPr>
    </p:bodyStyle>
    <p:otherStyle>
      <a:defPPr>
        <a:defRPr lang="zh-CN"/>
      </a:defPPr>
      <a:lvl1pPr marL="0" algn="l" defTabSz="1066741" rtl="0" eaLnBrk="1" latinLnBrk="0" hangingPunct="1">
        <a:defRPr sz="2100" kern="1200">
          <a:solidFill>
            <a:schemeClr val="tx1"/>
          </a:solidFill>
          <a:latin typeface="+mn-lt"/>
          <a:ea typeface="+mn-ea"/>
          <a:cs typeface="+mn-cs"/>
        </a:defRPr>
      </a:lvl1pPr>
      <a:lvl2pPr marL="533371" algn="l" defTabSz="1066741" rtl="0" eaLnBrk="1" latinLnBrk="0" hangingPunct="1">
        <a:defRPr sz="2100" kern="1200">
          <a:solidFill>
            <a:schemeClr val="tx1"/>
          </a:solidFill>
          <a:latin typeface="+mn-lt"/>
          <a:ea typeface="+mn-ea"/>
          <a:cs typeface="+mn-cs"/>
        </a:defRPr>
      </a:lvl2pPr>
      <a:lvl3pPr marL="1066741" algn="l" defTabSz="1066741" rtl="0" eaLnBrk="1" latinLnBrk="0" hangingPunct="1">
        <a:defRPr sz="2100" kern="1200">
          <a:solidFill>
            <a:schemeClr val="tx1"/>
          </a:solidFill>
          <a:latin typeface="+mn-lt"/>
          <a:ea typeface="+mn-ea"/>
          <a:cs typeface="+mn-cs"/>
        </a:defRPr>
      </a:lvl3pPr>
      <a:lvl4pPr marL="1600112" algn="l" defTabSz="1066741" rtl="0" eaLnBrk="1" latinLnBrk="0" hangingPunct="1">
        <a:defRPr sz="2100" kern="1200">
          <a:solidFill>
            <a:schemeClr val="tx1"/>
          </a:solidFill>
          <a:latin typeface="+mn-lt"/>
          <a:ea typeface="+mn-ea"/>
          <a:cs typeface="+mn-cs"/>
        </a:defRPr>
      </a:lvl4pPr>
      <a:lvl5pPr marL="2133483" algn="l" defTabSz="1066741" rtl="0" eaLnBrk="1" latinLnBrk="0" hangingPunct="1">
        <a:defRPr sz="2100" kern="1200">
          <a:solidFill>
            <a:schemeClr val="tx1"/>
          </a:solidFill>
          <a:latin typeface="+mn-lt"/>
          <a:ea typeface="+mn-ea"/>
          <a:cs typeface="+mn-cs"/>
        </a:defRPr>
      </a:lvl5pPr>
      <a:lvl6pPr marL="2666854" algn="l" defTabSz="1066741" rtl="0" eaLnBrk="1" latinLnBrk="0" hangingPunct="1">
        <a:defRPr sz="2100" kern="1200">
          <a:solidFill>
            <a:schemeClr val="tx1"/>
          </a:solidFill>
          <a:latin typeface="+mn-lt"/>
          <a:ea typeface="+mn-ea"/>
          <a:cs typeface="+mn-cs"/>
        </a:defRPr>
      </a:lvl6pPr>
      <a:lvl7pPr marL="3200224" algn="l" defTabSz="1066741" rtl="0" eaLnBrk="1" latinLnBrk="0" hangingPunct="1">
        <a:defRPr sz="2100" kern="1200">
          <a:solidFill>
            <a:schemeClr val="tx1"/>
          </a:solidFill>
          <a:latin typeface="+mn-lt"/>
          <a:ea typeface="+mn-ea"/>
          <a:cs typeface="+mn-cs"/>
        </a:defRPr>
      </a:lvl7pPr>
      <a:lvl8pPr marL="3733595" algn="l" defTabSz="1066741" rtl="0" eaLnBrk="1" latinLnBrk="0" hangingPunct="1">
        <a:defRPr sz="2100" kern="1200">
          <a:solidFill>
            <a:schemeClr val="tx1"/>
          </a:solidFill>
          <a:latin typeface="+mn-lt"/>
          <a:ea typeface="+mn-ea"/>
          <a:cs typeface="+mn-cs"/>
        </a:defRPr>
      </a:lvl8pPr>
      <a:lvl9pPr marL="4266967" algn="l" defTabSz="1066741" rtl="0" eaLnBrk="1" latinLnBrk="0" hangingPunct="1">
        <a:defRPr sz="21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79" descr="dd"/>
          <p:cNvPicPr>
            <a:picLocks noChangeAspect="1" noChangeArrowheads="1"/>
          </p:cNvPicPr>
          <p:nvPr/>
        </p:nvPicPr>
        <p:blipFill>
          <a:blip r:embed="rId16" cstate="print"/>
          <a:srcRect/>
          <a:stretch>
            <a:fillRect/>
          </a:stretch>
        </p:blipFill>
        <p:spPr bwMode="auto">
          <a:xfrm>
            <a:off x="3" y="6224657"/>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216"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charset="0"/>
                <a:ea typeface="ＭＳ Ｐゴシック" pitchFamily="34" charset="-128"/>
              </a:rPr>
              <a:t>HUAWEI TECHNOLOGIES (Egypt) CO., LTD.</a:t>
            </a:r>
            <a:endParaRPr lang="en-US" altLang="zh-CN" sz="2200" dirty="0">
              <a:solidFill>
                <a:srgbClr val="000000"/>
              </a:solidFill>
              <a:ea typeface="ＭＳ Ｐゴシック" pitchFamily="34" charset="-128"/>
            </a:endParaRPr>
          </a:p>
        </p:txBody>
      </p:sp>
      <p:pic>
        <p:nvPicPr>
          <p:cNvPr id="6148" name="Picture 9" descr="8"/>
          <p:cNvPicPr>
            <a:picLocks noChangeAspect="1" noChangeArrowheads="1"/>
          </p:cNvPicPr>
          <p:nvPr/>
        </p:nvPicPr>
        <p:blipFill>
          <a:blip r:embed="rId17" cstate="print"/>
          <a:srcRect/>
          <a:stretch>
            <a:fillRect/>
          </a:stretch>
        </p:blipFill>
        <p:spPr bwMode="auto">
          <a:xfrm>
            <a:off x="10014448" y="6399282"/>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693" y="6489769"/>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200">
                <a:latin typeface="FrutigerNext LT Bold" charset="0"/>
              </a:defRPr>
            </a:lvl1pPr>
          </a:lstStyle>
          <a:p>
            <a:pPr>
              <a:defRPr/>
            </a:pPr>
            <a:endParaRPr lang="en-GB" altLang="zh-CN">
              <a:solidFill>
                <a:srgbClr val="000000"/>
              </a:solidFill>
              <a:ea typeface="ＭＳ Ｐゴシック" pitchFamily="34" charset="-128"/>
            </a:endParaRPr>
          </a:p>
        </p:txBody>
      </p:sp>
      <p:sp>
        <p:nvSpPr>
          <p:cNvPr id="6150" name="Rectangle 13"/>
          <p:cNvSpPr>
            <a:spLocks noGrp="1" noChangeArrowheads="1"/>
          </p:cNvSpPr>
          <p:nvPr>
            <p:ph type="title"/>
          </p:nvPr>
        </p:nvSpPr>
        <p:spPr bwMode="auto">
          <a:xfrm>
            <a:off x="912527" y="430213"/>
            <a:ext cx="10287561" cy="622300"/>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62"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55"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000000"/>
              </a:solidFill>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6155" name="Rectangle 68"/>
          <p:cNvSpPr>
            <a:spLocks noGrp="1" noChangeArrowheads="1"/>
          </p:cNvSpPr>
          <p:nvPr>
            <p:ph type="body" idx="1"/>
          </p:nvPr>
        </p:nvSpPr>
        <p:spPr bwMode="auto">
          <a:xfrm>
            <a:off x="870180" y="1641475"/>
            <a:ext cx="10575503"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7" y="4989799"/>
            <a:ext cx="1225868" cy="369316"/>
          </a:xfrm>
          <a:prstGeom prst="rect">
            <a:avLst/>
          </a:prstGeom>
          <a:solidFill>
            <a:schemeClr val="bg1"/>
          </a:solidFill>
          <a:ln w="9525" algn="ctr">
            <a:noFill/>
            <a:miter lim="800000"/>
            <a:headEnd/>
            <a:tailEnd/>
          </a:ln>
          <a:effectLst/>
        </p:spPr>
        <p:txBody>
          <a:bodyPr lIns="91425" tIns="45712" rIns="91425" bIns="45712" anchor="ctr">
            <a:spAutoFit/>
          </a:bodyPr>
          <a:lstStyle/>
          <a:p>
            <a:pPr algn="ctr">
              <a:defRPr/>
            </a:pPr>
            <a:endParaRPr lang="zh-CN" altLang="en-US">
              <a:solidFill>
                <a:srgbClr val="000000"/>
              </a:solidFill>
              <a:latin typeface="FrutigerNext LT Regular"/>
              <a:ea typeface="ＭＳ Ｐゴシック"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6" name="Group 101"/>
          <p:cNvGrpSpPr>
            <a:grpSpLocks/>
          </p:cNvGrpSpPr>
          <p:nvPr/>
        </p:nvGrpSpPr>
        <p:grpSpPr bwMode="auto">
          <a:xfrm>
            <a:off x="12476769" y="4581594"/>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7" name="Group 106"/>
          <p:cNvGrpSpPr>
            <a:grpSpLocks/>
          </p:cNvGrpSpPr>
          <p:nvPr/>
        </p:nvGrpSpPr>
        <p:grpSpPr bwMode="auto">
          <a:xfrm>
            <a:off x="12476769" y="4797494"/>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8" name="Group 111"/>
          <p:cNvGrpSpPr>
            <a:grpSpLocks/>
          </p:cNvGrpSpPr>
          <p:nvPr/>
        </p:nvGrpSpPr>
        <p:grpSpPr bwMode="auto">
          <a:xfrm>
            <a:off x="12476769" y="5013394"/>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2" name="Group 131"/>
          <p:cNvGrpSpPr>
            <a:grpSpLocks/>
          </p:cNvGrpSpPr>
          <p:nvPr/>
        </p:nvGrpSpPr>
        <p:grpSpPr bwMode="auto">
          <a:xfrm>
            <a:off x="12476769" y="6165919"/>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3" name="Group 136"/>
          <p:cNvGrpSpPr>
            <a:grpSpLocks/>
          </p:cNvGrpSpPr>
          <p:nvPr/>
        </p:nvGrpSpPr>
        <p:grpSpPr bwMode="auto">
          <a:xfrm>
            <a:off x="12476769" y="6391344"/>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spTree>
  </p:cSld>
  <p:clrMap bg1="lt1" tx1="dk1" bg2="lt2" tx2="dk2" accent1="accent1" accent2="accent2" accent3="accent3" accent4="accent4" accent5="accent5" accent6="accent6" hlink="hlink" folHlink="folHlink"/>
  <p:sldLayoutIdLst>
    <p:sldLayoutId id="2147484229" r:id="rId1"/>
    <p:sldLayoutId id="2147484230" r:id="rId2"/>
    <p:sldLayoutId id="2147484231" r:id="rId3"/>
    <p:sldLayoutId id="2147484232" r:id="rId4"/>
    <p:sldLayoutId id="2147484233" r:id="rId5"/>
    <p:sldLayoutId id="2147484234" r:id="rId6"/>
    <p:sldLayoutId id="2147484235" r:id="rId7"/>
    <p:sldLayoutId id="2147484236" r:id="rId8"/>
    <p:sldLayoutId id="2147484237" r:id="rId9"/>
    <p:sldLayoutId id="2147484238" r:id="rId10"/>
    <p:sldLayoutId id="2147484239" r:id="rId11"/>
    <p:sldLayoutId id="2147484240" r:id="rId12"/>
    <p:sldLayoutId id="2147484241" r:id="rId13"/>
    <p:sldLayoutId id="2147484242" r:id="rId14"/>
  </p:sldLayoutIdLst>
  <p:hf hdr="0" ftr="0" dt="0"/>
  <p:txStyles>
    <p:titleStyle>
      <a:lvl1pPr algn="l" defTabSz="801688" rtl="0" eaLnBrk="0" fontAlgn="base" hangingPunct="0">
        <a:spcBef>
          <a:spcPct val="0"/>
        </a:spcBef>
        <a:spcAft>
          <a:spcPct val="0"/>
        </a:spcAft>
        <a:defRPr sz="3000">
          <a:solidFill>
            <a:srgbClr val="990000"/>
          </a:solidFill>
          <a:latin typeface="+mj-lt"/>
          <a:ea typeface="+mj-ea"/>
          <a:cs typeface="+mj-cs"/>
        </a:defRPr>
      </a:lvl1pPr>
      <a:lvl2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0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0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0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000">
          <a:solidFill>
            <a:srgbClr val="990000"/>
          </a:solidFill>
          <a:latin typeface="FrutigerNext LT Medium"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mj-lt"/>
          <a:ea typeface="+mn-ea"/>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mj-lt"/>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751" name="Picture 79" descr="dd"/>
          <p:cNvPicPr>
            <a:picLocks noChangeAspect="1" noChangeArrowheads="1"/>
          </p:cNvPicPr>
          <p:nvPr/>
        </p:nvPicPr>
        <p:blipFill>
          <a:blip r:embed="rId13" cstate="print"/>
          <a:srcRect/>
          <a:stretch>
            <a:fillRect/>
          </a:stretch>
        </p:blipFill>
        <p:spPr bwMode="auto">
          <a:xfrm>
            <a:off x="3" y="6224615"/>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194"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TECHNOLOGIES (Egypt) CO., LTD.</a:t>
            </a:r>
            <a:endParaRPr lang="en-US" altLang="zh-CN" sz="2200" dirty="0">
              <a:solidFill>
                <a:srgbClr val="000000"/>
              </a:solidFill>
              <a:ea typeface="ＭＳ Ｐゴシック" pitchFamily="34" charset="-128"/>
            </a:endParaRPr>
          </a:p>
        </p:txBody>
      </p:sp>
      <p:pic>
        <p:nvPicPr>
          <p:cNvPr id="28681" name="Picture 9" descr="8"/>
          <p:cNvPicPr>
            <a:picLocks noChangeAspect="1" noChangeArrowheads="1"/>
          </p:cNvPicPr>
          <p:nvPr/>
        </p:nvPicPr>
        <p:blipFill>
          <a:blip r:embed="rId14" cstate="print"/>
          <a:srcRect/>
          <a:stretch>
            <a:fillRect/>
          </a:stretch>
        </p:blipFill>
        <p:spPr bwMode="auto">
          <a:xfrm>
            <a:off x="10014445" y="6399240"/>
            <a:ext cx="1748822" cy="312737"/>
          </a:xfrm>
          <a:prstGeom prst="rect">
            <a:avLst/>
          </a:prstGeom>
          <a:noFill/>
        </p:spPr>
      </p:pic>
      <p:sp>
        <p:nvSpPr>
          <p:cNvPr id="28682" name="Rectangle 10"/>
          <p:cNvSpPr>
            <a:spLocks noGrp="1" noChangeArrowheads="1"/>
          </p:cNvSpPr>
          <p:nvPr>
            <p:ph type="dt" sz="half" idx="2"/>
          </p:nvPr>
        </p:nvSpPr>
        <p:spPr bwMode="auto">
          <a:xfrm>
            <a:off x="8483693" y="6489727"/>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801688" eaLnBrk="0" hangingPunct="0">
              <a:lnSpc>
                <a:spcPct val="85000"/>
              </a:lnSpc>
              <a:defRPr sz="1200">
                <a:solidFill>
                  <a:schemeClr val="tx1"/>
                </a:solidFill>
                <a:latin typeface="FrutigerNext LT Bold" pitchFamily="1" charset="0"/>
              </a:defRPr>
            </a:lvl1pPr>
          </a:lstStyle>
          <a:p>
            <a:endParaRPr lang="en-GB">
              <a:solidFill>
                <a:srgbClr val="000000"/>
              </a:solidFill>
              <a:ea typeface="ＭＳ Ｐゴシック" pitchFamily="34" charset="-128"/>
            </a:endParaRPr>
          </a:p>
        </p:txBody>
      </p:sp>
      <p:sp>
        <p:nvSpPr>
          <p:cNvPr id="28685" name="Rectangle 13"/>
          <p:cNvSpPr>
            <a:spLocks noGrp="1" noChangeArrowheads="1"/>
          </p:cNvSpPr>
          <p:nvPr>
            <p:ph type="title"/>
          </p:nvPr>
        </p:nvSpPr>
        <p:spPr bwMode="auto">
          <a:xfrm>
            <a:off x="870180" y="430214"/>
            <a:ext cx="10329906" cy="871537"/>
          </a:xfrm>
          <a:prstGeom prst="rect">
            <a:avLst/>
          </a:prstGeom>
          <a:noFill/>
          <a:ln w="9525">
            <a:noFill/>
            <a:miter lim="800000"/>
            <a:headEnd/>
            <a:tailEnd/>
          </a:ln>
          <a:effectLst/>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34"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82"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pPr>
            <a:r>
              <a:rPr lang="en-US" altLang="zh-CN" sz="1100">
                <a:solidFill>
                  <a:srgbClr val="FFFFFF"/>
                </a:solidFill>
                <a:latin typeface="FrutigerNext LT Regular" pitchFamily="34" charset="0"/>
              </a:rPr>
              <a:t>FrutigerNext LT Medium</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pPr>
            <a:r>
              <a:rPr lang="en-US" altLang="zh-CN" sz="1100">
                <a:solidFill>
                  <a:srgbClr val="FFFFFF"/>
                </a:solidFill>
                <a:latin typeface="FrutigerNext LT Regular" pitchFamily="34" charset="0"/>
              </a:rPr>
              <a:t>FrutigerNext LT Regular</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000000"/>
              </a:solidFill>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zh-CN" altLang="en-US" sz="1100">
              <a:solidFill>
                <a:srgbClr val="FFFFFF"/>
              </a:solidFill>
              <a:latin typeface="华文细黑" pitchFamily="2" charset="-122"/>
            </a:endParaRPr>
          </a:p>
        </p:txBody>
      </p:sp>
      <p:sp>
        <p:nvSpPr>
          <p:cNvPr id="28740" name="Rectangle 68"/>
          <p:cNvSpPr>
            <a:spLocks noGrp="1" noChangeArrowheads="1"/>
          </p:cNvSpPr>
          <p:nvPr>
            <p:ph type="body" idx="1"/>
          </p:nvPr>
        </p:nvSpPr>
        <p:spPr bwMode="auto">
          <a:xfrm>
            <a:off x="870180" y="1641475"/>
            <a:ext cx="10575503" cy="4194175"/>
          </a:xfrm>
          <a:prstGeom prst="rect">
            <a:avLst/>
          </a:prstGeom>
          <a:noFill/>
          <a:ln w="9525">
            <a:noFill/>
            <a:miter lim="800000"/>
            <a:headEnd/>
            <a:tailEnd/>
          </a:ln>
          <a:effectLst/>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7" y="5020577"/>
            <a:ext cx="1225868" cy="307760"/>
          </a:xfrm>
          <a:prstGeom prst="rect">
            <a:avLst/>
          </a:prstGeom>
          <a:solidFill>
            <a:schemeClr val="bg1"/>
          </a:solidFill>
          <a:ln w="9525" algn="ctr">
            <a:noFill/>
            <a:miter lim="800000"/>
            <a:headEnd/>
            <a:tailEnd/>
          </a:ln>
          <a:effectLst/>
        </p:spPr>
        <p:txBody>
          <a:bodyPr lIns="91425" tIns="45712" rIns="91425" bIns="45712" anchor="ctr">
            <a:spAutoFit/>
          </a:bodyPr>
          <a:lstStyle/>
          <a:p>
            <a:endParaRPr lang="zh-CN" altLang="en-US" sz="1400">
              <a:solidFill>
                <a:srgbClr val="FFFFFF"/>
              </a:solidFill>
              <a:latin typeface="FrutigerNext LT Regular" pitchFamily="34" charset="0"/>
              <a:ea typeface="ＭＳ Ｐゴシック"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6" name="Group 101"/>
          <p:cNvGrpSpPr>
            <a:grpSpLocks/>
          </p:cNvGrpSpPr>
          <p:nvPr/>
        </p:nvGrpSpPr>
        <p:grpSpPr bwMode="auto">
          <a:xfrm>
            <a:off x="12476769" y="4581552"/>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7" name="Group 106"/>
          <p:cNvGrpSpPr>
            <a:grpSpLocks/>
          </p:cNvGrpSpPr>
          <p:nvPr/>
        </p:nvGrpSpPr>
        <p:grpSpPr bwMode="auto">
          <a:xfrm>
            <a:off x="12476769" y="4797452"/>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8" name="Group 111"/>
          <p:cNvGrpSpPr>
            <a:grpSpLocks/>
          </p:cNvGrpSpPr>
          <p:nvPr/>
        </p:nvGrpSpPr>
        <p:grpSpPr bwMode="auto">
          <a:xfrm>
            <a:off x="12476769" y="5013352"/>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2" name="Group 131"/>
          <p:cNvGrpSpPr>
            <a:grpSpLocks/>
          </p:cNvGrpSpPr>
          <p:nvPr/>
        </p:nvGrpSpPr>
        <p:grpSpPr bwMode="auto">
          <a:xfrm>
            <a:off x="12476769" y="6165877"/>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3" name="Group 136"/>
          <p:cNvGrpSpPr>
            <a:grpSpLocks/>
          </p:cNvGrpSpPr>
          <p:nvPr/>
        </p:nvGrpSpPr>
        <p:grpSpPr bwMode="auto">
          <a:xfrm>
            <a:off x="12476769" y="6391302"/>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spTree>
  </p:cSld>
  <p:clrMap bg1="lt1" tx1="dk1" bg2="lt2" tx2="dk2" accent1="accent1" accent2="accent2" accent3="accent3" accent4="accent4" accent5="accent5" accent6="accent6" hlink="hlink" folHlink="folHlink"/>
  <p:sldLayoutIdLst>
    <p:sldLayoutId id="2147484252" r:id="rId1"/>
    <p:sldLayoutId id="2147484253" r:id="rId2"/>
    <p:sldLayoutId id="2147484254" r:id="rId3"/>
    <p:sldLayoutId id="2147484255" r:id="rId4"/>
    <p:sldLayoutId id="2147484256" r:id="rId5"/>
    <p:sldLayoutId id="2147484257" r:id="rId6"/>
    <p:sldLayoutId id="2147484258" r:id="rId7"/>
    <p:sldLayoutId id="2147484259" r:id="rId8"/>
    <p:sldLayoutId id="2147484260" r:id="rId9"/>
    <p:sldLayoutId id="2147484261" r:id="rId10"/>
    <p:sldLayoutId id="2147484262" r:id="rId11"/>
  </p:sldLayoutIdLst>
  <p:hf hdr="0" ftr="0" dt="0"/>
  <p:txStyles>
    <p:titleStyle>
      <a:lvl1pPr algn="l" defTabSz="801688" rtl="0" eaLnBrk="1" fontAlgn="base" hangingPunct="1">
        <a:spcBef>
          <a:spcPct val="0"/>
        </a:spcBef>
        <a:spcAft>
          <a:spcPct val="0"/>
        </a:spcAft>
        <a:defRPr sz="3400">
          <a:solidFill>
            <a:srgbClr val="990000"/>
          </a:solidFill>
          <a:latin typeface="+mj-lt"/>
          <a:ea typeface="+mj-ea"/>
          <a:cs typeface="+mj-cs"/>
        </a:defRPr>
      </a:lvl1pPr>
      <a:lvl2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2pPr>
      <a:lvl3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3pPr>
      <a:lvl4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4pPr>
      <a:lvl5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5pPr>
      <a:lvl6pPr marL="4572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6pPr>
      <a:lvl7pPr marL="9144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7pPr>
      <a:lvl8pPr marL="13716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8pPr>
      <a:lvl9pPr marL="18288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9pPr>
    </p:titleStyle>
    <p:bodyStyle>
      <a:lvl1pPr marL="300038" indent="-300038" algn="l" defTabSz="801688" rtl="0" eaLnBrk="1" fontAlgn="base" hangingPunct="1">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1" fontAlgn="base" hangingPunct="1">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1" fontAlgn="base" hangingPunct="1">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1" fontAlgn="base" hangingPunct="1">
        <a:lnSpc>
          <a:spcPct val="140000"/>
        </a:lnSpc>
        <a:spcBef>
          <a:spcPct val="0"/>
        </a:spcBef>
        <a:spcAft>
          <a:spcPct val="0"/>
        </a:spcAft>
        <a:buChar char="–"/>
        <a:defRPr sz="1400">
          <a:solidFill>
            <a:schemeClr val="tx1"/>
          </a:solidFill>
          <a:latin typeface="+mj-lt"/>
          <a:ea typeface="+mn-ea"/>
        </a:defRPr>
      </a:lvl4pPr>
      <a:lvl5pPr marL="18034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5pPr>
      <a:lvl6pPr marL="22606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64" r:id="rId1"/>
    <p:sldLayoutId id="2147484265" r:id="rId2"/>
    <p:sldLayoutId id="2147484266" r:id="rId3"/>
    <p:sldLayoutId id="2147484267" r:id="rId4"/>
    <p:sldLayoutId id="2147484268" r:id="rId5"/>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71" r:id="rId1"/>
    <p:sldLayoutId id="2147484272" r:id="rId2"/>
    <p:sldLayoutId id="2147484274" r:id="rId3"/>
    <p:sldLayoutId id="2147484275" r:id="rId4"/>
    <p:sldLayoutId id="2147484276" r:id="rId5"/>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2" descr="dd"/>
          <p:cNvPicPr>
            <a:picLocks noChangeAspect="1" noChangeArrowheads="1"/>
          </p:cNvPicPr>
          <p:nvPr/>
        </p:nvPicPr>
        <p:blipFill>
          <a:blip r:embed="rId14" cstate="print"/>
          <a:srcRect/>
          <a:stretch>
            <a:fillRect/>
          </a:stretch>
        </p:blipFill>
        <p:spPr bwMode="auto">
          <a:xfrm>
            <a:off x="4" y="6224604"/>
            <a:ext cx="12203644" cy="636587"/>
          </a:xfrm>
          <a:prstGeom prst="rect">
            <a:avLst/>
          </a:prstGeom>
          <a:noFill/>
          <a:ln w="9525">
            <a:noFill/>
            <a:miter lim="800000"/>
            <a:headEnd/>
            <a:tailEnd/>
          </a:ln>
        </p:spPr>
      </p:pic>
      <p:sp>
        <p:nvSpPr>
          <p:cNvPr id="590851" name="Text Box 3"/>
          <p:cNvSpPr txBox="1">
            <a:spLocks noChangeArrowheads="1"/>
          </p:cNvSpPr>
          <p:nvPr/>
        </p:nvSpPr>
        <p:spPr bwMode="auto">
          <a:xfrm>
            <a:off x="870184"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pitchFamily="34" charset="0"/>
                <a:ea typeface="MS PGothic" pitchFamily="34" charset="-128"/>
              </a:rPr>
              <a:t>HUAWEI TECHNOLOGIES (Egypt) CO., LTD.</a:t>
            </a:r>
            <a:endParaRPr lang="en-US" altLang="zh-CN" sz="2200" dirty="0">
              <a:solidFill>
                <a:srgbClr val="000000"/>
              </a:solidFill>
              <a:latin typeface="Arial" pitchFamily="34" charset="0"/>
              <a:ea typeface="MS PGothic" pitchFamily="34" charset="-128"/>
            </a:endParaRPr>
          </a:p>
        </p:txBody>
      </p:sp>
      <p:pic>
        <p:nvPicPr>
          <p:cNvPr id="4100" name="Picture 4" descr="8"/>
          <p:cNvPicPr>
            <a:picLocks noChangeAspect="1" noChangeArrowheads="1"/>
          </p:cNvPicPr>
          <p:nvPr/>
        </p:nvPicPr>
        <p:blipFill>
          <a:blip r:embed="rId15" cstate="print"/>
          <a:srcRect/>
          <a:stretch>
            <a:fillRect/>
          </a:stretch>
        </p:blipFill>
        <p:spPr bwMode="auto">
          <a:xfrm>
            <a:off x="10014448" y="6399229"/>
            <a:ext cx="1748822" cy="312737"/>
          </a:xfrm>
          <a:prstGeom prst="rect">
            <a:avLst/>
          </a:prstGeom>
          <a:noFill/>
          <a:ln w="9525">
            <a:noFill/>
            <a:miter lim="800000"/>
            <a:headEnd/>
            <a:tailEnd/>
          </a:ln>
        </p:spPr>
      </p:pic>
      <p:sp>
        <p:nvSpPr>
          <p:cNvPr id="590853" name="Rectangle 5"/>
          <p:cNvSpPr>
            <a:spLocks noGrp="1" noChangeArrowheads="1"/>
          </p:cNvSpPr>
          <p:nvPr>
            <p:ph type="dt" sz="half" idx="2"/>
          </p:nvPr>
        </p:nvSpPr>
        <p:spPr bwMode="auto">
          <a:xfrm>
            <a:off x="8483698" y="6489716"/>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a:latin typeface="FrutigerNext LT Bold" pitchFamily="34" charset="0"/>
                <a:ea typeface="MS PGothic" pitchFamily="34" charset="-128"/>
              </a:defRPr>
            </a:lvl1pPr>
          </a:lstStyle>
          <a:p>
            <a:pPr>
              <a:defRPr/>
            </a:pPr>
            <a:endParaRPr lang="en-GB" altLang="zh-CN" sz="1200">
              <a:solidFill>
                <a:srgbClr val="000000"/>
              </a:solidFill>
            </a:endParaRPr>
          </a:p>
        </p:txBody>
      </p:sp>
      <p:sp>
        <p:nvSpPr>
          <p:cNvPr id="4102" name="Rectangle 6"/>
          <p:cNvSpPr>
            <a:spLocks noGrp="1" noChangeArrowheads="1"/>
          </p:cNvSpPr>
          <p:nvPr>
            <p:ph type="title"/>
          </p:nvPr>
        </p:nvSpPr>
        <p:spPr bwMode="auto">
          <a:xfrm>
            <a:off x="870182" y="430214"/>
            <a:ext cx="10329906" cy="871537"/>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590855" name="Rectangle 7"/>
          <p:cNvSpPr>
            <a:spLocks noChangeArrowheads="1"/>
          </p:cNvSpPr>
          <p:nvPr/>
        </p:nvSpPr>
        <p:spPr bwMode="auto">
          <a:xfrm>
            <a:off x="5191427"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590856" name="Rectangle 8"/>
          <p:cNvSpPr>
            <a:spLocks noChangeArrowheads="1"/>
          </p:cNvSpPr>
          <p:nvPr/>
        </p:nvSpPr>
        <p:spPr bwMode="auto">
          <a:xfrm>
            <a:off x="-2544890"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pitchFamily="34" charset="0"/>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pitchFamily="34" charset="0"/>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000000"/>
              </a:solidFill>
            </a:endParaRPr>
          </a:p>
        </p:txBody>
      </p:sp>
      <p:sp>
        <p:nvSpPr>
          <p:cNvPr id="590857" name="Rectangle 9"/>
          <p:cNvSpPr>
            <a:spLocks noChangeArrowheads="1"/>
          </p:cNvSpPr>
          <p:nvPr/>
        </p:nvSpPr>
        <p:spPr bwMode="auto">
          <a:xfrm>
            <a:off x="12269285"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590858" name="Rectangle 10"/>
          <p:cNvSpPr>
            <a:spLocks noChangeArrowheads="1"/>
          </p:cNvSpPr>
          <p:nvPr/>
        </p:nvSpPr>
        <p:spPr bwMode="auto">
          <a:xfrm>
            <a:off x="12269285"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4107" name="Rectangle 11"/>
          <p:cNvSpPr>
            <a:spLocks noGrp="1" noChangeArrowheads="1"/>
          </p:cNvSpPr>
          <p:nvPr>
            <p:ph type="body" idx="1"/>
          </p:nvPr>
        </p:nvSpPr>
        <p:spPr bwMode="auto">
          <a:xfrm>
            <a:off x="870180" y="1641475"/>
            <a:ext cx="10575503"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90860" name="Rectangle 12"/>
          <p:cNvSpPr>
            <a:spLocks noChangeArrowheads="1"/>
          </p:cNvSpPr>
          <p:nvPr/>
        </p:nvSpPr>
        <p:spPr bwMode="auto">
          <a:xfrm>
            <a:off x="12362439" y="5035981"/>
            <a:ext cx="1225869" cy="27698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sz="1200">
              <a:solidFill>
                <a:srgbClr val="000000"/>
              </a:solidFill>
              <a:ea typeface="黑体" pitchFamily="2" charset="-122"/>
            </a:endParaRPr>
          </a:p>
        </p:txBody>
      </p:sp>
      <p:grpSp>
        <p:nvGrpSpPr>
          <p:cNvPr id="2" name="Group 13"/>
          <p:cNvGrpSpPr>
            <a:grpSpLocks/>
          </p:cNvGrpSpPr>
          <p:nvPr/>
        </p:nvGrpSpPr>
        <p:grpSpPr bwMode="auto">
          <a:xfrm>
            <a:off x="12476773" y="3789363"/>
            <a:ext cx="986624" cy="182562"/>
            <a:chOff x="5893" y="2387"/>
            <a:chExt cx="466" cy="115"/>
          </a:xfrm>
        </p:grpSpPr>
        <p:sp>
          <p:nvSpPr>
            <p:cNvPr id="590862" name="Rectangle 14"/>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3" name="Rectangle 15"/>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4" name="Rectangle 16"/>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5" name="Rectangle 17"/>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3" name="Group 18"/>
          <p:cNvGrpSpPr>
            <a:grpSpLocks/>
          </p:cNvGrpSpPr>
          <p:nvPr/>
        </p:nvGrpSpPr>
        <p:grpSpPr bwMode="auto">
          <a:xfrm>
            <a:off x="12476773" y="4005263"/>
            <a:ext cx="986624" cy="182562"/>
            <a:chOff x="5893" y="2523"/>
            <a:chExt cx="466" cy="115"/>
          </a:xfrm>
        </p:grpSpPr>
        <p:sp>
          <p:nvSpPr>
            <p:cNvPr id="590867" name="Rectangle 19"/>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8" name="Rectangle 20"/>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9" name="Rectangle 21"/>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0" name="Rectangle 22"/>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4" name="Group 23"/>
          <p:cNvGrpSpPr>
            <a:grpSpLocks/>
          </p:cNvGrpSpPr>
          <p:nvPr/>
        </p:nvGrpSpPr>
        <p:grpSpPr bwMode="auto">
          <a:xfrm>
            <a:off x="12476773" y="4221163"/>
            <a:ext cx="986624" cy="182562"/>
            <a:chOff x="5893" y="2659"/>
            <a:chExt cx="466" cy="115"/>
          </a:xfrm>
        </p:grpSpPr>
        <p:sp>
          <p:nvSpPr>
            <p:cNvPr id="590872" name="Rectangle 24"/>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3" name="Rectangle 25"/>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4" name="Rectangle 26"/>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5" name="Rectangle 27"/>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5" name="Group 28"/>
          <p:cNvGrpSpPr>
            <a:grpSpLocks/>
          </p:cNvGrpSpPr>
          <p:nvPr/>
        </p:nvGrpSpPr>
        <p:grpSpPr bwMode="auto">
          <a:xfrm>
            <a:off x="12476773" y="3573463"/>
            <a:ext cx="986624" cy="188912"/>
            <a:chOff x="5893" y="2251"/>
            <a:chExt cx="466" cy="119"/>
          </a:xfrm>
        </p:grpSpPr>
        <p:sp>
          <p:nvSpPr>
            <p:cNvPr id="590877" name="Rectangle 29"/>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8" name="Rectangle 30"/>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9" name="Rectangle 31"/>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0" name="Rectangle 32"/>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6" name="Group 33"/>
          <p:cNvGrpSpPr>
            <a:grpSpLocks/>
          </p:cNvGrpSpPr>
          <p:nvPr/>
        </p:nvGrpSpPr>
        <p:grpSpPr bwMode="auto">
          <a:xfrm>
            <a:off x="12476773" y="4581541"/>
            <a:ext cx="986624" cy="182563"/>
            <a:chOff x="5893" y="2886"/>
            <a:chExt cx="466" cy="115"/>
          </a:xfrm>
        </p:grpSpPr>
        <p:sp>
          <p:nvSpPr>
            <p:cNvPr id="590882" name="Rectangle 34"/>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3" name="Rectangle 35"/>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4" name="Rectangle 36"/>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5" name="Rectangle 37"/>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7" name="Group 38"/>
          <p:cNvGrpSpPr>
            <a:grpSpLocks/>
          </p:cNvGrpSpPr>
          <p:nvPr/>
        </p:nvGrpSpPr>
        <p:grpSpPr bwMode="auto">
          <a:xfrm>
            <a:off x="12476773" y="4797441"/>
            <a:ext cx="986624" cy="182563"/>
            <a:chOff x="5893" y="3022"/>
            <a:chExt cx="466" cy="115"/>
          </a:xfrm>
        </p:grpSpPr>
        <p:sp>
          <p:nvSpPr>
            <p:cNvPr id="590887" name="Rectangle 39"/>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8" name="Rectangle 40"/>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9" name="Rectangle 41"/>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0" name="Rectangle 42"/>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8" name="Group 43"/>
          <p:cNvGrpSpPr>
            <a:grpSpLocks/>
          </p:cNvGrpSpPr>
          <p:nvPr/>
        </p:nvGrpSpPr>
        <p:grpSpPr bwMode="auto">
          <a:xfrm>
            <a:off x="12476773" y="5013341"/>
            <a:ext cx="986624" cy="182563"/>
            <a:chOff x="5893" y="3158"/>
            <a:chExt cx="466" cy="115"/>
          </a:xfrm>
        </p:grpSpPr>
        <p:sp>
          <p:nvSpPr>
            <p:cNvPr id="590892" name="Rectangle 44"/>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3" name="Rectangle 45"/>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4" name="Rectangle 46"/>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5" name="Rectangle 47"/>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9" name="Group 48"/>
          <p:cNvGrpSpPr>
            <a:grpSpLocks/>
          </p:cNvGrpSpPr>
          <p:nvPr/>
        </p:nvGrpSpPr>
        <p:grpSpPr bwMode="auto">
          <a:xfrm>
            <a:off x="12476773" y="5373688"/>
            <a:ext cx="986624" cy="182562"/>
            <a:chOff x="5893" y="3385"/>
            <a:chExt cx="466" cy="115"/>
          </a:xfrm>
        </p:grpSpPr>
        <p:sp>
          <p:nvSpPr>
            <p:cNvPr id="590897" name="Rectangle 49"/>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8" name="Rectangle 50"/>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9" name="Rectangle 51"/>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0" name="Rectangle 52"/>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0" name="Group 53"/>
          <p:cNvGrpSpPr>
            <a:grpSpLocks/>
          </p:cNvGrpSpPr>
          <p:nvPr/>
        </p:nvGrpSpPr>
        <p:grpSpPr bwMode="auto">
          <a:xfrm>
            <a:off x="12476773" y="5589588"/>
            <a:ext cx="986624" cy="182562"/>
            <a:chOff x="5893" y="3521"/>
            <a:chExt cx="466" cy="115"/>
          </a:xfrm>
        </p:grpSpPr>
        <p:sp>
          <p:nvSpPr>
            <p:cNvPr id="590902" name="Rectangle 54"/>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3" name="Rectangle 55"/>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4" name="Rectangle 56"/>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5" name="Rectangle 57"/>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1" name="Group 58"/>
          <p:cNvGrpSpPr>
            <a:grpSpLocks/>
          </p:cNvGrpSpPr>
          <p:nvPr/>
        </p:nvGrpSpPr>
        <p:grpSpPr bwMode="auto">
          <a:xfrm>
            <a:off x="12476773" y="5805488"/>
            <a:ext cx="986624" cy="182562"/>
            <a:chOff x="5893" y="3657"/>
            <a:chExt cx="466" cy="115"/>
          </a:xfrm>
        </p:grpSpPr>
        <p:sp>
          <p:nvSpPr>
            <p:cNvPr id="590907" name="Rectangle 59"/>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8" name="Rectangle 60"/>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9" name="Rectangle 61"/>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0" name="Rectangle 62"/>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2" name="Group 63"/>
          <p:cNvGrpSpPr>
            <a:grpSpLocks/>
          </p:cNvGrpSpPr>
          <p:nvPr/>
        </p:nvGrpSpPr>
        <p:grpSpPr bwMode="auto">
          <a:xfrm>
            <a:off x="12476773" y="6165866"/>
            <a:ext cx="986624" cy="182563"/>
            <a:chOff x="5893" y="3884"/>
            <a:chExt cx="466" cy="115"/>
          </a:xfrm>
        </p:grpSpPr>
        <p:sp>
          <p:nvSpPr>
            <p:cNvPr id="590912" name="Rectangle 64"/>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3" name="Rectangle 65"/>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4" name="Rectangle 66"/>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5" name="Rectangle 67"/>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3" name="Group 68"/>
          <p:cNvGrpSpPr>
            <a:grpSpLocks/>
          </p:cNvGrpSpPr>
          <p:nvPr/>
        </p:nvGrpSpPr>
        <p:grpSpPr bwMode="auto">
          <a:xfrm>
            <a:off x="12476773" y="6391291"/>
            <a:ext cx="986624" cy="182563"/>
            <a:chOff x="5893" y="4026"/>
            <a:chExt cx="466" cy="115"/>
          </a:xfrm>
        </p:grpSpPr>
        <p:sp>
          <p:nvSpPr>
            <p:cNvPr id="590917" name="Rectangle 69"/>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8" name="Rectangle 70"/>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9" name="Rectangle 71"/>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0" name="Rectangle 72"/>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4" name="Group 73"/>
          <p:cNvGrpSpPr>
            <a:grpSpLocks/>
          </p:cNvGrpSpPr>
          <p:nvPr/>
        </p:nvGrpSpPr>
        <p:grpSpPr bwMode="auto">
          <a:xfrm>
            <a:off x="12476773" y="6615113"/>
            <a:ext cx="986624" cy="182562"/>
            <a:chOff x="5893" y="4167"/>
            <a:chExt cx="466" cy="115"/>
          </a:xfrm>
        </p:grpSpPr>
        <p:sp>
          <p:nvSpPr>
            <p:cNvPr id="590922" name="Rectangle 74"/>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3" name="Rectangle 75"/>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4" name="Rectangle 76"/>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5" name="Rectangle 77"/>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spTree>
  </p:cSld>
  <p:clrMap bg1="lt1" tx1="dk1" bg2="lt2" tx2="dk2" accent1="accent1" accent2="accent2" accent3="accent3" accent4="accent4" accent5="accent5" accent6="accent6" hlink="hlink" folHlink="folHlink"/>
  <p:sldLayoutIdLst>
    <p:sldLayoutId id="2147484278" r:id="rId1"/>
    <p:sldLayoutId id="2147484279" r:id="rId2"/>
    <p:sldLayoutId id="2147484280" r:id="rId3"/>
    <p:sldLayoutId id="2147484281" r:id="rId4"/>
    <p:sldLayoutId id="2147484282" r:id="rId5"/>
    <p:sldLayoutId id="2147484283" r:id="rId6"/>
    <p:sldLayoutId id="2147484284" r:id="rId7"/>
    <p:sldLayoutId id="2147484285" r:id="rId8"/>
    <p:sldLayoutId id="2147484286" r:id="rId9"/>
    <p:sldLayoutId id="2147484287" r:id="rId10"/>
    <p:sldLayoutId id="2147484288" r:id="rId11"/>
    <p:sldLayoutId id="2147484289" r:id="rId12"/>
  </p:sldLayoutIdLst>
  <p:hf hdr="0" ftr="0" dt="0"/>
  <p:txStyles>
    <p:titleStyle>
      <a:lvl1pPr algn="l" defTabSz="801688" rtl="0" eaLnBrk="0" fontAlgn="base" hangingPunct="0">
        <a:spcBef>
          <a:spcPct val="0"/>
        </a:spcBef>
        <a:spcAft>
          <a:spcPct val="0"/>
        </a:spcAft>
        <a:defRPr sz="2800" b="1">
          <a:solidFill>
            <a:srgbClr val="990000"/>
          </a:solidFill>
          <a:latin typeface="+mj-lt"/>
          <a:ea typeface="+mj-ea"/>
          <a:cs typeface="+mj-cs"/>
        </a:defRPr>
      </a:lvl1pPr>
      <a:lvl2pPr algn="l" defTabSz="801688" rtl="0" eaLnBrk="0" fontAlgn="base" hangingPunct="0">
        <a:spcBef>
          <a:spcPct val="0"/>
        </a:spcBef>
        <a:spcAft>
          <a:spcPct val="0"/>
        </a:spcAft>
        <a:defRPr sz="2800" b="1">
          <a:solidFill>
            <a:srgbClr val="990000"/>
          </a:solidFill>
          <a:latin typeface="Arial" charset="0"/>
          <a:ea typeface="宋体" pitchFamily="2" charset="-122"/>
        </a:defRPr>
      </a:lvl2pPr>
      <a:lvl3pPr algn="l" defTabSz="801688" rtl="0" eaLnBrk="0" fontAlgn="base" hangingPunct="0">
        <a:spcBef>
          <a:spcPct val="0"/>
        </a:spcBef>
        <a:spcAft>
          <a:spcPct val="0"/>
        </a:spcAft>
        <a:defRPr sz="2800" b="1">
          <a:solidFill>
            <a:srgbClr val="990000"/>
          </a:solidFill>
          <a:latin typeface="Arial" charset="0"/>
          <a:ea typeface="宋体" pitchFamily="2" charset="-122"/>
        </a:defRPr>
      </a:lvl3pPr>
      <a:lvl4pPr algn="l" defTabSz="801688" rtl="0" eaLnBrk="0" fontAlgn="base" hangingPunct="0">
        <a:spcBef>
          <a:spcPct val="0"/>
        </a:spcBef>
        <a:spcAft>
          <a:spcPct val="0"/>
        </a:spcAft>
        <a:defRPr sz="2800" b="1">
          <a:solidFill>
            <a:srgbClr val="990000"/>
          </a:solidFill>
          <a:latin typeface="Arial" charset="0"/>
          <a:ea typeface="宋体" pitchFamily="2" charset="-122"/>
        </a:defRPr>
      </a:lvl4pPr>
      <a:lvl5pPr algn="l" defTabSz="801688" rtl="0" eaLnBrk="0" fontAlgn="base" hangingPunct="0">
        <a:spcBef>
          <a:spcPct val="0"/>
        </a:spcBef>
        <a:spcAft>
          <a:spcPct val="0"/>
        </a:spcAft>
        <a:defRPr sz="2800" b="1">
          <a:solidFill>
            <a:srgbClr val="990000"/>
          </a:solidFill>
          <a:latin typeface="Arial" charset="0"/>
          <a:ea typeface="宋体" pitchFamily="2" charset="-122"/>
        </a:defRPr>
      </a:lvl5pPr>
      <a:lvl6pPr marL="457200" algn="l" defTabSz="801688" rtl="0" fontAlgn="base">
        <a:spcBef>
          <a:spcPct val="0"/>
        </a:spcBef>
        <a:spcAft>
          <a:spcPct val="0"/>
        </a:spcAft>
        <a:defRPr sz="2800" b="1">
          <a:solidFill>
            <a:srgbClr val="990000"/>
          </a:solidFill>
          <a:latin typeface="Arial" charset="0"/>
          <a:ea typeface="宋体" pitchFamily="2" charset="-122"/>
        </a:defRPr>
      </a:lvl6pPr>
      <a:lvl7pPr marL="914400" algn="l" defTabSz="801688" rtl="0" fontAlgn="base">
        <a:spcBef>
          <a:spcPct val="0"/>
        </a:spcBef>
        <a:spcAft>
          <a:spcPct val="0"/>
        </a:spcAft>
        <a:defRPr sz="2800" b="1">
          <a:solidFill>
            <a:srgbClr val="990000"/>
          </a:solidFill>
          <a:latin typeface="Arial" charset="0"/>
          <a:ea typeface="宋体" pitchFamily="2" charset="-122"/>
        </a:defRPr>
      </a:lvl7pPr>
      <a:lvl8pPr marL="1371600" algn="l" defTabSz="801688" rtl="0" fontAlgn="base">
        <a:spcBef>
          <a:spcPct val="0"/>
        </a:spcBef>
        <a:spcAft>
          <a:spcPct val="0"/>
        </a:spcAft>
        <a:defRPr sz="2800" b="1">
          <a:solidFill>
            <a:srgbClr val="990000"/>
          </a:solidFill>
          <a:latin typeface="Arial" charset="0"/>
          <a:ea typeface="宋体" pitchFamily="2" charset="-122"/>
        </a:defRPr>
      </a:lvl8pPr>
      <a:lvl9pPr marL="1828800" algn="l" defTabSz="801688" rtl="0" fontAlgn="base">
        <a:spcBef>
          <a:spcPct val="0"/>
        </a:spcBef>
        <a:spcAft>
          <a:spcPct val="0"/>
        </a:spcAft>
        <a:defRPr sz="2800" b="1">
          <a:solidFill>
            <a:srgbClr val="990000"/>
          </a:solidFill>
          <a:latin typeface="Arial" charset="0"/>
          <a:ea typeface="宋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FrutigerNext LT Medium" pitchFamily="34" charset="0"/>
          <a:ea typeface="+mn-ea"/>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99" r:id="rId1"/>
    <p:sldLayoutId id="2147484300" r:id="rId2"/>
    <p:sldLayoutId id="2147484302" r:id="rId3"/>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5" cstate="print"/>
          <a:srcRect/>
          <a:stretch>
            <a:fillRect/>
          </a:stretch>
        </p:blipFill>
        <p:spPr bwMode="auto">
          <a:xfrm>
            <a:off x="1" y="7"/>
            <a:ext cx="12193587" cy="6492875"/>
          </a:xfrm>
          <a:prstGeom prst="rect">
            <a:avLst/>
          </a:prstGeom>
          <a:noFill/>
          <a:ln w="9525">
            <a:noFill/>
            <a:miter lim="800000"/>
            <a:headEnd/>
            <a:tailEnd/>
          </a:ln>
        </p:spPr>
      </p:pic>
      <p:sp>
        <p:nvSpPr>
          <p:cNvPr id="1470543" name="文本框 79"/>
          <p:cNvSpPr txBox="1">
            <a:spLocks noChangeArrowheads="1"/>
          </p:cNvSpPr>
          <p:nvPr/>
        </p:nvSpPr>
        <p:spPr bwMode="auto">
          <a:xfrm>
            <a:off x="869949" y="6467594"/>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en-GB">
              <a:solidFill>
                <a:srgbClr val="000000"/>
              </a:solidFill>
              <a:latin typeface="FrutigerNext LT Medium" pitchFamily="34" charset="0"/>
            </a:endParaRPr>
          </a:p>
        </p:txBody>
      </p:sp>
      <p:grpSp>
        <p:nvGrpSpPr>
          <p:cNvPr id="2" name="组合 81"/>
          <p:cNvGrpSpPr>
            <a:grpSpLocks/>
          </p:cNvGrpSpPr>
          <p:nvPr/>
        </p:nvGrpSpPr>
        <p:grpSpPr bwMode="auto">
          <a:xfrm>
            <a:off x="1" y="6216650"/>
            <a:ext cx="12195175" cy="635000"/>
            <a:chOff x="0" y="3920"/>
            <a:chExt cx="7682" cy="400"/>
          </a:xfrm>
        </p:grpSpPr>
        <p:pic>
          <p:nvPicPr>
            <p:cNvPr id="1084" name="图片 82" descr="图片1"/>
            <p:cNvPicPr>
              <a:picLocks noChangeAspect="1" noChangeArrowheads="1"/>
            </p:cNvPicPr>
            <p:nvPr userDrawn="1"/>
          </p:nvPicPr>
          <p:blipFill>
            <a:blip r:embed="rId16"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16"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16"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49" y="6458069"/>
            <a:ext cx="3358807"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dirty="0">
                <a:solidFill>
                  <a:srgbClr val="000000"/>
                </a:solidFill>
                <a:ea typeface="ＭＳ Ｐゴシック" pitchFamily="34" charset="-128"/>
              </a:rPr>
              <a:t>HUAWEI TECHNOLOGIES (Egypt)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17" cstate="print"/>
          <a:srcRect/>
          <a:stretch>
            <a:fillRect/>
          </a:stretch>
        </p:blipFill>
        <p:spPr bwMode="auto">
          <a:xfrm>
            <a:off x="10182229" y="6386633"/>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3"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3"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70"/>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95"/>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95"/>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310" r:id="rId1"/>
    <p:sldLayoutId id="2147484311" r:id="rId2"/>
    <p:sldLayoutId id="2147484312" r:id="rId3"/>
    <p:sldLayoutId id="2147484313" r:id="rId4"/>
    <p:sldLayoutId id="2147484314" r:id="rId5"/>
    <p:sldLayoutId id="2147484315" r:id="rId6"/>
    <p:sldLayoutId id="2147484316" r:id="rId7"/>
    <p:sldLayoutId id="2147484317" r:id="rId8"/>
    <p:sldLayoutId id="2147484318" r:id="rId9"/>
    <p:sldLayoutId id="2147484319" r:id="rId10"/>
    <p:sldLayoutId id="2147484320" r:id="rId11"/>
    <p:sldLayoutId id="2147484321" r:id="rId12"/>
    <p:sldLayoutId id="2147484322" r:id="rId13"/>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3" name="矩形 2"/>
          <p:cNvSpPr/>
          <p:nvPr/>
        </p:nvSpPr>
        <p:spPr bwMode="auto">
          <a:xfrm>
            <a:off x="6357" y="0"/>
            <a:ext cx="12188823" cy="6858000"/>
          </a:xfrm>
          <a:prstGeom prst="rect">
            <a:avLst/>
          </a:prstGeom>
          <a:solidFill>
            <a:schemeClr val="bg1">
              <a:lumMod val="95000"/>
            </a:schemeClr>
          </a:solidFill>
          <a:ln>
            <a:noFill/>
          </a:ln>
          <a:effectLst/>
          <a:extLst/>
        </p:spPr>
        <p:txBody>
          <a:bodyPr lIns="121935" tIns="60968" rIns="121935" bIns="60968"/>
          <a:lstStyle/>
          <a:p>
            <a:pPr>
              <a:buClr>
                <a:srgbClr val="CC9900"/>
              </a:buClr>
              <a:buFont typeface="Wingdings" pitchFamily="2" charset="2"/>
              <a:buChar char="n"/>
              <a:defRPr/>
            </a:pPr>
            <a:endParaRPr lang="zh-CN" altLang="en-US">
              <a:solidFill>
                <a:prstClr val="black"/>
              </a:solidFill>
              <a:ea typeface="宋体" charset="-122"/>
            </a:endParaRPr>
          </a:p>
        </p:txBody>
      </p:sp>
      <p:grpSp>
        <p:nvGrpSpPr>
          <p:cNvPr id="2" name="组合 3"/>
          <p:cNvGrpSpPr>
            <a:grpSpLocks/>
          </p:cNvGrpSpPr>
          <p:nvPr/>
        </p:nvGrpSpPr>
        <p:grpSpPr bwMode="auto">
          <a:xfrm>
            <a:off x="1" y="6783925"/>
            <a:ext cx="12195175" cy="74083"/>
            <a:chOff x="0" y="5087938"/>
            <a:chExt cx="9144000" cy="55562"/>
          </a:xfrm>
        </p:grpSpPr>
        <p:pic>
          <p:nvPicPr>
            <p:cNvPr id="15369" name="Picture 2" descr="E:\01 日常工作\10 多媒体\PPT内部汇报用模板\红条.jpg"/>
            <p:cNvPicPr>
              <a:picLocks noChangeAspect="1" noChangeArrowheads="1"/>
            </p:cNvPicPr>
            <p:nvPr userDrawn="1"/>
          </p:nvPicPr>
          <p:blipFill>
            <a:blip r:embed="rId7" cstate="print"/>
            <a:srcRect r="5814"/>
            <a:stretch>
              <a:fillRect/>
            </a:stretch>
          </p:blipFill>
          <p:spPr bwMode="auto">
            <a:xfrm>
              <a:off x="0" y="5087938"/>
              <a:ext cx="8616950" cy="55562"/>
            </a:xfrm>
            <a:prstGeom prst="rect">
              <a:avLst/>
            </a:prstGeom>
            <a:noFill/>
            <a:ln w="9525">
              <a:noFill/>
              <a:miter lim="800000"/>
              <a:headEnd/>
              <a:tailEnd/>
            </a:ln>
          </p:spPr>
        </p:pic>
        <p:pic>
          <p:nvPicPr>
            <p:cNvPr id="15370" name="Picture 2" descr="E:\01 日常工作\10 多媒体\PPT内部汇报用模板\红条.jpg"/>
            <p:cNvPicPr>
              <a:picLocks noChangeAspect="1" noChangeArrowheads="1"/>
            </p:cNvPicPr>
            <p:nvPr userDrawn="1"/>
          </p:nvPicPr>
          <p:blipFill>
            <a:blip r:embed="rId7" cstate="print"/>
            <a:srcRect r="5814"/>
            <a:stretch>
              <a:fillRect/>
            </a:stretch>
          </p:blipFill>
          <p:spPr bwMode="auto">
            <a:xfrm>
              <a:off x="527050" y="5087938"/>
              <a:ext cx="8616950" cy="55562"/>
            </a:xfrm>
            <a:prstGeom prst="rect">
              <a:avLst/>
            </a:prstGeom>
            <a:noFill/>
            <a:ln w="9525">
              <a:noFill/>
              <a:miter lim="800000"/>
              <a:headEnd/>
              <a:tailEnd/>
            </a:ln>
          </p:spPr>
        </p:pic>
      </p:grpSp>
      <p:pic>
        <p:nvPicPr>
          <p:cNvPr id="15364" name="Picture 2" descr="C:\Users\z00124665\Desktop\HW LOGO(横版）.png"/>
          <p:cNvPicPr>
            <a:picLocks noChangeAspect="1" noChangeArrowheads="1"/>
          </p:cNvPicPr>
          <p:nvPr/>
        </p:nvPicPr>
        <p:blipFill>
          <a:blip r:embed="rId8" cstate="print"/>
          <a:srcRect/>
          <a:stretch>
            <a:fillRect/>
          </a:stretch>
        </p:blipFill>
        <p:spPr bwMode="auto">
          <a:xfrm>
            <a:off x="10090661" y="6250517"/>
            <a:ext cx="1668368" cy="406400"/>
          </a:xfrm>
          <a:prstGeom prst="rect">
            <a:avLst/>
          </a:prstGeom>
          <a:noFill/>
          <a:ln w="9525">
            <a:noFill/>
            <a:miter lim="800000"/>
            <a:headEnd/>
            <a:tailEnd/>
          </a:ln>
        </p:spPr>
      </p:pic>
      <p:sp>
        <p:nvSpPr>
          <p:cNvPr id="9" name="Rectangle 5"/>
          <p:cNvSpPr>
            <a:spLocks noChangeArrowheads="1"/>
          </p:cNvSpPr>
          <p:nvPr/>
        </p:nvSpPr>
        <p:spPr bwMode="auto">
          <a:xfrm>
            <a:off x="4054474" y="6500292"/>
            <a:ext cx="364161" cy="262467"/>
          </a:xfrm>
          <a:prstGeom prst="rect">
            <a:avLst/>
          </a:prstGeom>
          <a:noFill/>
          <a:ln w="9525">
            <a:noFill/>
            <a:miter lim="800000"/>
            <a:headEnd/>
            <a:tailEnd/>
          </a:ln>
        </p:spPr>
        <p:txBody>
          <a:bodyPr lIns="0" tIns="0" rIns="0" bIns="0"/>
          <a:lstStyle/>
          <a:p>
            <a:pPr eaLnBrk="0" hangingPunct="0">
              <a:lnSpc>
                <a:spcPct val="85000"/>
              </a:lnSpc>
              <a:defRPr/>
            </a:pPr>
            <a:fld id="{300114A3-7E2F-4A79-A903-D2D3C674AC83}" type="slidenum">
              <a:rPr lang="de-DE" altLang="zh-CN" sz="1200">
                <a:solidFill>
                  <a:prstClr val="white">
                    <a:lumMod val="65000"/>
                  </a:prstClr>
                </a:solidFill>
                <a:latin typeface="FrutigerNext LT Medium"/>
              </a:rPr>
              <a:pPr eaLnBrk="0" hangingPunct="0">
                <a:lnSpc>
                  <a:spcPct val="85000"/>
                </a:lnSpc>
                <a:defRPr/>
              </a:pPr>
              <a:t>‹#›</a:t>
            </a:fld>
            <a:endParaRPr lang="en-GB" altLang="zh-CN" sz="1200" dirty="0">
              <a:solidFill>
                <a:prstClr val="white">
                  <a:lumMod val="65000"/>
                </a:prstClr>
              </a:solidFill>
              <a:latin typeface="FrutigerNext LT Medium"/>
            </a:endParaRPr>
          </a:p>
        </p:txBody>
      </p:sp>
      <p:pic>
        <p:nvPicPr>
          <p:cNvPr id="15366" name="Picture 2" descr="C:\Users\z00124665\Desktop\图形1.wmf"/>
          <p:cNvPicPr>
            <a:picLocks noChangeAspect="1" noChangeArrowheads="1"/>
          </p:cNvPicPr>
          <p:nvPr/>
        </p:nvPicPr>
        <p:blipFill>
          <a:blip r:embed="rId9" cstate="print"/>
          <a:srcRect/>
          <a:stretch>
            <a:fillRect/>
          </a:stretch>
        </p:blipFill>
        <p:spPr bwMode="auto">
          <a:xfrm>
            <a:off x="429801" y="6483359"/>
            <a:ext cx="3542105" cy="160867"/>
          </a:xfrm>
          <a:prstGeom prst="rect">
            <a:avLst/>
          </a:prstGeom>
          <a:noFill/>
          <a:ln w="9525">
            <a:noFill/>
            <a:miter lim="800000"/>
            <a:headEnd/>
            <a:tailEnd/>
          </a:ln>
        </p:spPr>
      </p:pic>
      <p:pic>
        <p:nvPicPr>
          <p:cNvPr id="15367" name="Picture 2" descr="C:\Users\z00124665\Desktop\A BETTER WAY SOLUTIONS.wmf"/>
          <p:cNvPicPr>
            <a:picLocks noChangeAspect="1" noChangeArrowheads="1"/>
          </p:cNvPicPr>
          <p:nvPr/>
        </p:nvPicPr>
        <p:blipFill>
          <a:blip r:embed="rId10" cstate="print"/>
          <a:srcRect/>
          <a:stretch>
            <a:fillRect/>
          </a:stretch>
        </p:blipFill>
        <p:spPr bwMode="auto">
          <a:xfrm>
            <a:off x="7425088" y="237069"/>
            <a:ext cx="4361469" cy="120651"/>
          </a:xfrm>
          <a:prstGeom prst="rect">
            <a:avLst/>
          </a:prstGeom>
          <a:noFill/>
          <a:ln w="9525">
            <a:noFill/>
            <a:miter lim="800000"/>
            <a:headEnd/>
            <a:tailEnd/>
          </a:ln>
        </p:spPr>
      </p:pic>
      <p:sp>
        <p:nvSpPr>
          <p:cNvPr id="15368" name="文本占位符 11"/>
          <p:cNvSpPr>
            <a:spLocks noGrp="1"/>
          </p:cNvSpPr>
          <p:nvPr>
            <p:ph type="body" idx="1"/>
          </p:nvPr>
        </p:nvSpPr>
        <p:spPr bwMode="auto">
          <a:xfrm>
            <a:off x="609759" y="1600204"/>
            <a:ext cx="10975658" cy="4525433"/>
          </a:xfrm>
          <a:prstGeom prst="rect">
            <a:avLst/>
          </a:prstGeom>
          <a:noFill/>
          <a:ln w="9525">
            <a:noFill/>
            <a:miter lim="800000"/>
            <a:headEnd/>
            <a:tailEnd/>
          </a:ln>
        </p:spPr>
        <p:txBody>
          <a:bodyPr vert="horz" wrap="square" lIns="121935" tIns="60968" rIns="121935" bIns="6096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4325" r:id="rId1"/>
    <p:sldLayoutId id="2147484326" r:id="rId2"/>
    <p:sldLayoutId id="2147484327" r:id="rId3"/>
    <p:sldLayoutId id="2147484328" r:id="rId4"/>
    <p:sldLayoutId id="2147484329" r:id="rId5"/>
  </p:sldLayoutIdLst>
  <p:hf hdr="0" ftr="0" dt="0"/>
  <p:txStyles>
    <p:titleStyle>
      <a:lvl1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5pPr>
      <a:lvl6pPr marL="609676"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352"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902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705"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257" indent="-457257" algn="l" rtl="0" eaLnBrk="0" fontAlgn="base" hangingPunct="0">
        <a:lnSpc>
          <a:spcPct val="140000"/>
        </a:lnSpc>
        <a:spcBef>
          <a:spcPct val="0"/>
        </a:spcBef>
        <a:spcAft>
          <a:spcPct val="0"/>
        </a:spcAft>
        <a:buClr>
          <a:srgbClr val="808080"/>
        </a:buClr>
        <a:buSzPct val="60000"/>
        <a:buFont typeface="Wingdings" pitchFamily="2" charset="2"/>
        <a:buChar char="l"/>
        <a:defRPr sz="3200" b="1">
          <a:solidFill>
            <a:schemeClr val="bg1"/>
          </a:solidFill>
          <a:latin typeface="FrutigerNext LT Regular" pitchFamily="34" charset="0"/>
          <a:ea typeface="黑体" pitchFamily="49" charset="-122"/>
          <a:cs typeface="+mn-cs"/>
        </a:defRPr>
      </a:lvl1pPr>
      <a:lvl2pPr marL="990724" indent="-381048"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524191" indent="-304838" algn="l" rtl="0" eaLnBrk="0" fontAlgn="base" hangingPunct="0">
        <a:lnSpc>
          <a:spcPct val="140000"/>
        </a:lnSpc>
        <a:spcBef>
          <a:spcPct val="0"/>
        </a:spcBef>
        <a:spcAft>
          <a:spcPct val="0"/>
        </a:spcAft>
        <a:buSzPct val="50000"/>
        <a:buFont typeface="Wingdings" pitchFamily="2" charset="2"/>
        <a:buChar char="n"/>
        <a:defRPr sz="2100">
          <a:solidFill>
            <a:schemeClr val="bg1"/>
          </a:solidFill>
          <a:latin typeface="FrutigerNext LT Regular" pitchFamily="34" charset="0"/>
          <a:ea typeface="+mn-ea"/>
          <a:cs typeface="+mn-cs"/>
        </a:defRPr>
      </a:lvl3pPr>
      <a:lvl4pPr marL="2133867" indent="-304838" algn="l" rtl="0" eaLnBrk="0" fontAlgn="base" hangingPunct="0">
        <a:lnSpc>
          <a:spcPct val="140000"/>
        </a:lnSpc>
        <a:spcBef>
          <a:spcPct val="0"/>
        </a:spcBef>
        <a:spcAft>
          <a:spcPct val="0"/>
        </a:spcAft>
        <a:buChar char="–"/>
        <a:defRPr sz="1900">
          <a:solidFill>
            <a:schemeClr val="bg1"/>
          </a:solidFill>
          <a:latin typeface="FrutigerNext LT Regular" pitchFamily="34" charset="0"/>
          <a:ea typeface="+mn-ea"/>
          <a:cs typeface="+mn-cs"/>
        </a:defRPr>
      </a:lvl4pPr>
      <a:lvl5pPr marL="2743543" indent="-304838" algn="l" rtl="0" eaLnBrk="0" fontAlgn="base" hangingPunct="0">
        <a:lnSpc>
          <a:spcPct val="140000"/>
        </a:lnSpc>
        <a:spcBef>
          <a:spcPct val="0"/>
        </a:spcBef>
        <a:spcAft>
          <a:spcPct val="0"/>
        </a:spcAft>
        <a:buFont typeface="Arial" charset="0"/>
        <a:buChar char="~"/>
        <a:defRPr sz="1600">
          <a:solidFill>
            <a:schemeClr val="bg1"/>
          </a:solidFill>
          <a:latin typeface="FrutigerNext LT Regular" pitchFamily="34" charset="0"/>
          <a:ea typeface="+mn-ea"/>
          <a:cs typeface="+mn-cs"/>
        </a:defRPr>
      </a:lvl5pPr>
      <a:lvl6pPr marL="3353219"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895"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2572"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2248"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352" rtl="0" eaLnBrk="1" latinLnBrk="0" hangingPunct="1">
        <a:defRPr sz="2400" kern="1200">
          <a:solidFill>
            <a:schemeClr val="tx1"/>
          </a:solidFill>
          <a:latin typeface="+mn-lt"/>
          <a:ea typeface="+mn-ea"/>
          <a:cs typeface="+mn-cs"/>
        </a:defRPr>
      </a:lvl1pPr>
      <a:lvl2pPr marL="609676" algn="l" defTabSz="1219352" rtl="0" eaLnBrk="1" latinLnBrk="0" hangingPunct="1">
        <a:defRPr sz="2400" kern="1200">
          <a:solidFill>
            <a:schemeClr val="tx1"/>
          </a:solidFill>
          <a:latin typeface="+mn-lt"/>
          <a:ea typeface="+mn-ea"/>
          <a:cs typeface="+mn-cs"/>
        </a:defRPr>
      </a:lvl2pPr>
      <a:lvl3pPr marL="1219352" algn="l" defTabSz="1219352" rtl="0" eaLnBrk="1" latinLnBrk="0" hangingPunct="1">
        <a:defRPr sz="2400" kern="1200">
          <a:solidFill>
            <a:schemeClr val="tx1"/>
          </a:solidFill>
          <a:latin typeface="+mn-lt"/>
          <a:ea typeface="+mn-ea"/>
          <a:cs typeface="+mn-cs"/>
        </a:defRPr>
      </a:lvl3pPr>
      <a:lvl4pPr marL="1829029" algn="l" defTabSz="1219352" rtl="0" eaLnBrk="1" latinLnBrk="0" hangingPunct="1">
        <a:defRPr sz="2400" kern="1200">
          <a:solidFill>
            <a:schemeClr val="tx1"/>
          </a:solidFill>
          <a:latin typeface="+mn-lt"/>
          <a:ea typeface="+mn-ea"/>
          <a:cs typeface="+mn-cs"/>
        </a:defRPr>
      </a:lvl4pPr>
      <a:lvl5pPr marL="2438705" algn="l" defTabSz="1219352" rtl="0" eaLnBrk="1" latinLnBrk="0" hangingPunct="1">
        <a:defRPr sz="2400" kern="1200">
          <a:solidFill>
            <a:schemeClr val="tx1"/>
          </a:solidFill>
          <a:latin typeface="+mn-lt"/>
          <a:ea typeface="+mn-ea"/>
          <a:cs typeface="+mn-cs"/>
        </a:defRPr>
      </a:lvl5pPr>
      <a:lvl6pPr marL="3048381" algn="l" defTabSz="1219352" rtl="0" eaLnBrk="1" latinLnBrk="0" hangingPunct="1">
        <a:defRPr sz="2400" kern="1200">
          <a:solidFill>
            <a:schemeClr val="tx1"/>
          </a:solidFill>
          <a:latin typeface="+mn-lt"/>
          <a:ea typeface="+mn-ea"/>
          <a:cs typeface="+mn-cs"/>
        </a:defRPr>
      </a:lvl6pPr>
      <a:lvl7pPr marL="3658057" algn="l" defTabSz="1219352" rtl="0" eaLnBrk="1" latinLnBrk="0" hangingPunct="1">
        <a:defRPr sz="2400" kern="1200">
          <a:solidFill>
            <a:schemeClr val="tx1"/>
          </a:solidFill>
          <a:latin typeface="+mn-lt"/>
          <a:ea typeface="+mn-ea"/>
          <a:cs typeface="+mn-cs"/>
        </a:defRPr>
      </a:lvl7pPr>
      <a:lvl8pPr marL="4267733" algn="l" defTabSz="1219352" rtl="0" eaLnBrk="1" latinLnBrk="0" hangingPunct="1">
        <a:defRPr sz="2400" kern="1200">
          <a:solidFill>
            <a:schemeClr val="tx1"/>
          </a:solidFill>
          <a:latin typeface="+mn-lt"/>
          <a:ea typeface="+mn-ea"/>
          <a:cs typeface="+mn-cs"/>
        </a:defRPr>
      </a:lvl8pPr>
      <a:lvl9pPr marL="4877410" algn="l" defTabSz="1219352"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 y="6224703"/>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71" y="6451601"/>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5" y="6386628"/>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7"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7"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04"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38"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221"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49"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79" name="Rectangle 21"/>
          <p:cNvSpPr>
            <a:spLocks noChangeArrowheads="1"/>
          </p:cNvSpPr>
          <p:nvPr/>
        </p:nvSpPr>
        <p:spPr bwMode="auto">
          <a:xfrm>
            <a:off x="5048980" y="6465937"/>
            <a:ext cx="152748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1" name="Rectangle 5"/>
          <p:cNvSpPr>
            <a:spLocks noChangeArrowheads="1"/>
          </p:cNvSpPr>
          <p:nvPr/>
        </p:nvSpPr>
        <p:spPr bwMode="auto">
          <a:xfrm>
            <a:off x="8483693" y="6489701"/>
            <a:ext cx="240515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7" cstate="print"/>
          <a:srcRect/>
          <a:stretch>
            <a:fillRect/>
          </a:stretch>
        </p:blipFill>
        <p:spPr bwMode="auto">
          <a:xfrm>
            <a:off x="1" y="7"/>
            <a:ext cx="12193587" cy="6492875"/>
          </a:xfrm>
          <a:prstGeom prst="rect">
            <a:avLst/>
          </a:prstGeom>
          <a:noFill/>
          <a:ln w="9525">
            <a:noFill/>
            <a:miter lim="800000"/>
            <a:headEnd/>
            <a:tailEnd/>
          </a:ln>
        </p:spPr>
      </p:pic>
      <p:grpSp>
        <p:nvGrpSpPr>
          <p:cNvPr id="16"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8"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8"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8"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9"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457" r:id="rId1"/>
    <p:sldLayoutId id="2147484458" r:id="rId2"/>
    <p:sldLayoutId id="2147484459" r:id="rId3"/>
    <p:sldLayoutId id="2147484460" r:id="rId4"/>
    <p:sldLayoutId id="2147484461" r:id="rId5"/>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796" y="6451601"/>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1" y="6386514"/>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39"/>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776"/>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38" y="3832225"/>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6" y="1330326"/>
            <a:ext cx="3703015"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0"/>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5"/>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36"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629"/>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10" cstate="print"/>
          <a:srcRect/>
          <a:stretch>
            <a:fillRect/>
          </a:stretch>
        </p:blipFill>
        <p:spPr bwMode="auto">
          <a:xfrm>
            <a:off x="1" y="7"/>
            <a:ext cx="12193587" cy="6492875"/>
          </a:xfrm>
          <a:prstGeom prst="rect">
            <a:avLst/>
          </a:prstGeom>
          <a:noFill/>
          <a:ln w="9525">
            <a:noFill/>
            <a:miter lim="800000"/>
            <a:headEnd/>
            <a:tailEnd/>
          </a:ln>
        </p:spPr>
      </p:pic>
      <p:grpSp>
        <p:nvGrpSpPr>
          <p:cNvPr id="16"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11"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11"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11"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12"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81" r:id="rId3"/>
    <p:sldLayoutId id="2147484482" r:id="rId4"/>
    <p:sldLayoutId id="2147484483" r:id="rId5"/>
    <p:sldLayoutId id="2147484484" r:id="rId6"/>
    <p:sldLayoutId id="2147484486" r:id="rId7"/>
    <p:sldLayoutId id="2147484487" r:id="rId8"/>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9" cstate="print"/>
          <a:srcRect/>
          <a:stretch>
            <a:fillRect/>
          </a:stretch>
        </p:blipFill>
        <p:spPr bwMode="auto">
          <a:xfrm>
            <a:off x="1" y="7"/>
            <a:ext cx="12193588" cy="6492875"/>
          </a:xfrm>
          <a:prstGeom prst="rect">
            <a:avLst/>
          </a:prstGeom>
          <a:noFill/>
          <a:ln w="9525">
            <a:noFill/>
            <a:miter lim="800000"/>
            <a:headEnd/>
            <a:tailEnd/>
          </a:ln>
        </p:spPr>
      </p:pic>
      <p:sp>
        <p:nvSpPr>
          <p:cNvPr id="1470543" name="文本框 79"/>
          <p:cNvSpPr txBox="1">
            <a:spLocks noChangeArrowheads="1"/>
          </p:cNvSpPr>
          <p:nvPr/>
        </p:nvSpPr>
        <p:spPr bwMode="auto">
          <a:xfrm>
            <a:off x="869948" y="6467586"/>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de-DE">
              <a:solidFill>
                <a:srgbClr val="000000"/>
              </a:solidFill>
              <a:latin typeface="FrutigerNext LT Medium" pitchFamily="34" charset="0"/>
            </a:endParaRPr>
          </a:p>
          <a:p>
            <a:pPr>
              <a:defRPr/>
            </a:pPr>
            <a:r>
              <a:rPr lang="de-DE">
                <a:solidFill>
                  <a:srgbClr val="000000"/>
                </a:solidFill>
                <a:latin typeface="FrutigerNext LT Medium" pitchFamily="34" charset="0"/>
              </a:rPr>
              <a:t>Page </a:t>
            </a:r>
            <a:fld id="{936B6F29-B2B0-4929-9798-71D6AAE3E254}" type="slidenum">
              <a:rPr lang="de-DE">
                <a:solidFill>
                  <a:srgbClr val="000000"/>
                </a:solidFill>
                <a:latin typeface="FrutigerNext LT Medium" pitchFamily="34" charset="0"/>
              </a:rPr>
              <a:pPr>
                <a:defRPr/>
              </a:pPr>
              <a:t>‹#›</a:t>
            </a:fld>
            <a:endParaRPr lang="en-GB">
              <a:solidFill>
                <a:srgbClr val="000000"/>
              </a:solidFill>
              <a:latin typeface="FrutigerNext LT Medium" pitchFamily="34" charset="0"/>
            </a:endParaRPr>
          </a:p>
        </p:txBody>
      </p:sp>
      <p:grpSp>
        <p:nvGrpSpPr>
          <p:cNvPr id="2" name="组合 81"/>
          <p:cNvGrpSpPr>
            <a:grpSpLocks/>
          </p:cNvGrpSpPr>
          <p:nvPr/>
        </p:nvGrpSpPr>
        <p:grpSpPr bwMode="auto">
          <a:xfrm>
            <a:off x="0" y="6216650"/>
            <a:ext cx="12195175" cy="635000"/>
            <a:chOff x="0" y="3920"/>
            <a:chExt cx="7682" cy="400"/>
          </a:xfrm>
        </p:grpSpPr>
        <p:pic>
          <p:nvPicPr>
            <p:cNvPr id="1084" name="图片 82" descr="图片1"/>
            <p:cNvPicPr>
              <a:picLocks noChangeAspect="1" noChangeArrowheads="1"/>
            </p:cNvPicPr>
            <p:nvPr userDrawn="1"/>
          </p:nvPicPr>
          <p:blipFill>
            <a:blip r:embed="rId20"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20"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20"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50" y="6458061"/>
            <a:ext cx="278493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a:solidFill>
                  <a:srgbClr val="000000"/>
                </a:solidFill>
                <a:ea typeface="ＭＳ Ｐゴシック" pitchFamily="34" charset="-128"/>
              </a:rPr>
              <a:t>HUAWEI TECHNOLOGIES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21" cstate="print"/>
          <a:srcRect/>
          <a:stretch>
            <a:fillRect/>
          </a:stretch>
        </p:blipFill>
        <p:spPr bwMode="auto">
          <a:xfrm>
            <a:off x="10182228" y="6386625"/>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0"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0"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62"/>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87"/>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87"/>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492" r:id="rId1"/>
    <p:sldLayoutId id="2147484493" r:id="rId2"/>
    <p:sldLayoutId id="2147484494" r:id="rId3"/>
    <p:sldLayoutId id="2147484495" r:id="rId4"/>
    <p:sldLayoutId id="2147484496" r:id="rId5"/>
    <p:sldLayoutId id="2147484497" r:id="rId6"/>
    <p:sldLayoutId id="2147484498" r:id="rId7"/>
    <p:sldLayoutId id="2147484499" r:id="rId8"/>
    <p:sldLayoutId id="2147484500" r:id="rId9"/>
    <p:sldLayoutId id="2147484501" r:id="rId10"/>
    <p:sldLayoutId id="2147484502" r:id="rId11"/>
    <p:sldLayoutId id="2147484503" r:id="rId12"/>
    <p:sldLayoutId id="2147484504" r:id="rId13"/>
    <p:sldLayoutId id="2147484505" r:id="rId14"/>
    <p:sldLayoutId id="2147484506" r:id="rId15"/>
    <p:sldLayoutId id="2147484507" r:id="rId16"/>
    <p:sldLayoutId id="2147484508" r:id="rId17"/>
  </p:sldLayoutIdLst>
  <p:transition spd="slow"/>
  <p:hf sldNum="0" hdr="0" ftr="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5" cstate="print"/>
          <a:srcRect/>
          <a:stretch>
            <a:fillRect/>
          </a:stretch>
        </p:blipFill>
        <p:spPr bwMode="auto">
          <a:xfrm>
            <a:off x="1" y="7"/>
            <a:ext cx="12193588" cy="6492875"/>
          </a:xfrm>
          <a:prstGeom prst="rect">
            <a:avLst/>
          </a:prstGeom>
          <a:noFill/>
          <a:ln w="9525">
            <a:noFill/>
            <a:miter lim="800000"/>
            <a:headEnd/>
            <a:tailEnd/>
          </a:ln>
        </p:spPr>
      </p:pic>
      <p:sp>
        <p:nvSpPr>
          <p:cNvPr id="1470543" name="文本框 79"/>
          <p:cNvSpPr txBox="1">
            <a:spLocks noChangeArrowheads="1"/>
          </p:cNvSpPr>
          <p:nvPr/>
        </p:nvSpPr>
        <p:spPr bwMode="auto">
          <a:xfrm>
            <a:off x="869948" y="6467586"/>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de-DE">
              <a:solidFill>
                <a:srgbClr val="000000"/>
              </a:solidFill>
              <a:latin typeface="FrutigerNext LT Medium" pitchFamily="34" charset="0"/>
            </a:endParaRPr>
          </a:p>
          <a:p>
            <a:pPr>
              <a:defRPr/>
            </a:pPr>
            <a:r>
              <a:rPr lang="de-DE">
                <a:solidFill>
                  <a:srgbClr val="000000"/>
                </a:solidFill>
                <a:latin typeface="FrutigerNext LT Medium" pitchFamily="34" charset="0"/>
              </a:rPr>
              <a:t>Page </a:t>
            </a:r>
            <a:fld id="{936B6F29-B2B0-4929-9798-71D6AAE3E254}" type="slidenum">
              <a:rPr lang="de-DE">
                <a:solidFill>
                  <a:srgbClr val="000000"/>
                </a:solidFill>
                <a:latin typeface="FrutigerNext LT Medium" pitchFamily="34" charset="0"/>
              </a:rPr>
              <a:pPr>
                <a:defRPr/>
              </a:pPr>
              <a:t>‹#›</a:t>
            </a:fld>
            <a:endParaRPr lang="en-GB">
              <a:solidFill>
                <a:srgbClr val="000000"/>
              </a:solidFill>
              <a:latin typeface="FrutigerNext LT Medium" pitchFamily="34" charset="0"/>
            </a:endParaRPr>
          </a:p>
        </p:txBody>
      </p:sp>
      <p:grpSp>
        <p:nvGrpSpPr>
          <p:cNvPr id="2" name="组合 81"/>
          <p:cNvGrpSpPr>
            <a:grpSpLocks/>
          </p:cNvGrpSpPr>
          <p:nvPr/>
        </p:nvGrpSpPr>
        <p:grpSpPr bwMode="auto">
          <a:xfrm>
            <a:off x="0" y="6216650"/>
            <a:ext cx="12195175" cy="635000"/>
            <a:chOff x="0" y="3920"/>
            <a:chExt cx="7682" cy="400"/>
          </a:xfrm>
        </p:grpSpPr>
        <p:pic>
          <p:nvPicPr>
            <p:cNvPr id="1084" name="图片 82" descr="图片1"/>
            <p:cNvPicPr>
              <a:picLocks noChangeAspect="1" noChangeArrowheads="1"/>
            </p:cNvPicPr>
            <p:nvPr userDrawn="1"/>
          </p:nvPicPr>
          <p:blipFill>
            <a:blip r:embed="rId16"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16"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16"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50" y="6458061"/>
            <a:ext cx="278493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a:solidFill>
                  <a:srgbClr val="000000"/>
                </a:solidFill>
                <a:ea typeface="ＭＳ Ｐゴシック" pitchFamily="34" charset="-128"/>
              </a:rPr>
              <a:t>HUAWEI TECHNOLOGIES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17" cstate="print"/>
          <a:srcRect/>
          <a:stretch>
            <a:fillRect/>
          </a:stretch>
        </p:blipFill>
        <p:spPr bwMode="auto">
          <a:xfrm>
            <a:off x="10182228" y="6386625"/>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0"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0"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62"/>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87"/>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87"/>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510" r:id="rId1"/>
    <p:sldLayoutId id="2147484511" r:id="rId2"/>
    <p:sldLayoutId id="2147484512" r:id="rId3"/>
    <p:sldLayoutId id="2147484513" r:id="rId4"/>
    <p:sldLayoutId id="2147484514" r:id="rId5"/>
    <p:sldLayoutId id="2147484515" r:id="rId6"/>
    <p:sldLayoutId id="2147484516" r:id="rId7"/>
    <p:sldLayoutId id="2147484517" r:id="rId8"/>
    <p:sldLayoutId id="2147484518" r:id="rId9"/>
    <p:sldLayoutId id="2147484519" r:id="rId10"/>
    <p:sldLayoutId id="2147484520" r:id="rId11"/>
    <p:sldLayoutId id="2147484521" r:id="rId12"/>
    <p:sldLayoutId id="2147484522" r:id="rId13"/>
  </p:sldLayoutIdLst>
  <p:transition spd="slow"/>
  <p:hf sldNum="0" hdr="0" ftr="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0418" name="Picture 79" descr="dd"/>
          <p:cNvPicPr>
            <a:picLocks noChangeAspect="1" noChangeArrowheads="1"/>
          </p:cNvPicPr>
          <p:nvPr/>
        </p:nvPicPr>
        <p:blipFill>
          <a:blip r:embed="rId6" cstate="print"/>
          <a:srcRect/>
          <a:stretch>
            <a:fillRect/>
          </a:stretch>
        </p:blipFill>
        <p:spPr bwMode="auto">
          <a:xfrm>
            <a:off x="0" y="6224589"/>
            <a:ext cx="12203115" cy="636587"/>
          </a:xfrm>
          <a:prstGeom prst="rect">
            <a:avLst/>
          </a:prstGeom>
          <a:noFill/>
          <a:ln w="9525">
            <a:noFill/>
            <a:miter lim="800000"/>
            <a:headEnd/>
            <a:tailEnd/>
          </a:ln>
        </p:spPr>
      </p:pic>
      <p:sp>
        <p:nvSpPr>
          <p:cNvPr id="154" name="Text Box 8"/>
          <p:cNvSpPr txBox="1">
            <a:spLocks noChangeArrowheads="1"/>
          </p:cNvSpPr>
          <p:nvPr/>
        </p:nvSpPr>
        <p:spPr bwMode="auto">
          <a:xfrm>
            <a:off x="1008326" y="6451600"/>
            <a:ext cx="2397749" cy="184150"/>
          </a:xfrm>
          <a:prstGeom prst="rect">
            <a:avLst/>
          </a:prstGeom>
          <a:noFill/>
          <a:ln>
            <a:noFill/>
          </a:ln>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HUAWEITECHNOLOGIESCO.,LTD.</a:t>
            </a:r>
          </a:p>
        </p:txBody>
      </p:sp>
      <p:pic>
        <p:nvPicPr>
          <p:cNvPr id="60420" name="Picture 9" descr="8"/>
          <p:cNvPicPr>
            <a:picLocks noChangeAspect="1" noChangeArrowheads="1"/>
          </p:cNvPicPr>
          <p:nvPr/>
        </p:nvPicPr>
        <p:blipFill>
          <a:blip r:embed="rId7" cstate="print"/>
          <a:srcRect/>
          <a:stretch>
            <a:fillRect/>
          </a:stretch>
        </p:blipFill>
        <p:spPr bwMode="auto">
          <a:xfrm>
            <a:off x="10014971" y="6386514"/>
            <a:ext cx="1748292" cy="312737"/>
          </a:xfrm>
          <a:prstGeom prst="rect">
            <a:avLst/>
          </a:prstGeom>
          <a:noFill/>
          <a:ln w="9525">
            <a:noFill/>
            <a:miter lim="800000"/>
            <a:headEnd/>
            <a:tailEnd/>
          </a:ln>
        </p:spPr>
      </p:pic>
      <p:sp>
        <p:nvSpPr>
          <p:cNvPr id="60421" name="Rectangle 13"/>
          <p:cNvSpPr>
            <a:spLocks noGrp="1" noChangeArrowheads="1"/>
          </p:cNvSpPr>
          <p:nvPr>
            <p:ph type="title"/>
          </p:nvPr>
        </p:nvSpPr>
        <p:spPr bwMode="auto">
          <a:xfrm>
            <a:off x="1008326" y="325439"/>
            <a:ext cx="10178525" cy="871537"/>
          </a:xfrm>
          <a:prstGeom prst="rect">
            <a:avLst/>
          </a:prstGeom>
          <a:noFill/>
          <a:ln w="9525">
            <a:noFill/>
            <a:miter lim="800000"/>
            <a:headEnd/>
            <a:tailEnd/>
          </a:ln>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60422" name="Rectangle 68"/>
          <p:cNvSpPr>
            <a:spLocks noGrp="1" noChangeArrowheads="1"/>
          </p:cNvSpPr>
          <p:nvPr>
            <p:ph type="body" idx="1"/>
          </p:nvPr>
        </p:nvSpPr>
        <p:spPr bwMode="auto">
          <a:xfrm>
            <a:off x="1008326" y="1628776"/>
            <a:ext cx="10178525" cy="4194175"/>
          </a:xfrm>
          <a:prstGeom prst="rect">
            <a:avLst/>
          </a:prstGeom>
          <a:noFill/>
          <a:ln w="9525">
            <a:noFill/>
            <a:miter lim="800000"/>
            <a:headEnd/>
            <a:tailEnd/>
          </a:ln>
        </p:spPr>
        <p:txBody>
          <a:bodyPr vert="horz" wrap="square" lIns="80142" tIns="40070" rIns="80142" bIns="4007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3" name="Rectangle 15"/>
          <p:cNvSpPr>
            <a:spLocks noChangeArrowheads="1"/>
          </p:cNvSpPr>
          <p:nvPr/>
        </p:nvSpPr>
        <p:spPr bwMode="auto">
          <a:xfrm>
            <a:off x="-2604177" y="692151"/>
            <a:ext cx="2459677" cy="5522913"/>
          </a:xfrm>
          <a:prstGeom prst="rect">
            <a:avLst/>
          </a:prstGeom>
          <a:noFill/>
          <a:ln>
            <a:noFill/>
          </a:ln>
          <a:extLst/>
        </p:spPr>
        <p:txBody>
          <a:bodyPr lIns="80124" tIns="40063" rIns="80124" bIns="40063">
            <a:spAutoFit/>
          </a:bodyPr>
          <a:lstStyle>
            <a:lvl1pPr marL="342900" indent="-342900">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英文标题</a:t>
            </a:r>
            <a:r>
              <a:rPr lang="en-US" altLang="zh-CN" sz="1100">
                <a:solidFill>
                  <a:srgbClr val="FFFFFF"/>
                </a:solidFill>
              </a:rPr>
              <a:t>:32-35pt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:R153G0B0</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内部使用字体</a:t>
            </a:r>
            <a:r>
              <a:rPr lang="en-US" altLang="zh-CN" sz="1100">
                <a:solidFill>
                  <a:srgbClr val="FFFFFF"/>
                </a:solidFill>
              </a:rPr>
              <a:t>:</a:t>
            </a:r>
          </a:p>
          <a:p>
            <a:pPr algn="r" eaLnBrk="0" hangingPunct="0">
              <a:lnSpc>
                <a:spcPct val="125000"/>
              </a:lnSpc>
              <a:spcBef>
                <a:spcPct val="20000"/>
              </a:spcBef>
              <a:buFont typeface="Arial" panose="020B0604020202020204" pitchFamily="34" charset="0"/>
              <a:buNone/>
              <a:defRPr/>
            </a:pPr>
            <a:r>
              <a:rPr lang="en-US" altLang="zh-CN" sz="1100">
                <a:solidFill>
                  <a:srgbClr val="FFFFFF"/>
                </a:solidFill>
              </a:rPr>
              <a:t>FrutigerNextLTMedium</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外部使用字体</a:t>
            </a:r>
            <a:r>
              <a:rPr lang="en-US" altLang="zh-CN" sz="1100">
                <a:solidFill>
                  <a:srgbClr val="FFFFFF"/>
                </a:solidFill>
              </a:rPr>
              <a:t>:Arial</a:t>
            </a:r>
          </a:p>
          <a:p>
            <a:pPr algn="r" eaLnBrk="0" hangingPunct="0">
              <a:lnSpc>
                <a:spcPct val="75000"/>
              </a:lnSpc>
              <a:spcBef>
                <a:spcPct val="20000"/>
              </a:spcBef>
              <a:buFont typeface="Arial" panose="020B0604020202020204" pitchFamily="34" charset="0"/>
              <a:buNone/>
              <a:defRPr/>
            </a:pPr>
            <a:endParaRPr lang="en-US" altLang="zh-CN"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中文标题</a:t>
            </a:r>
            <a:r>
              <a:rPr lang="en-US" altLang="zh-CN" sz="1100">
                <a:solidFill>
                  <a:srgbClr val="FFFFFF"/>
                </a:solidFill>
              </a:rPr>
              <a:t>:30-32pt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:R153G0B0</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英文正文</a:t>
            </a:r>
            <a:r>
              <a:rPr lang="en-US" altLang="zh-CN" sz="1100">
                <a:solidFill>
                  <a:srgbClr val="FFFFFF"/>
                </a:solidFill>
              </a:rPr>
              <a:t>:20-22pt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内部使用字体</a:t>
            </a:r>
            <a:r>
              <a:rPr lang="en-US" altLang="zh-CN" sz="1100">
                <a:solidFill>
                  <a:srgbClr val="FFFFFF"/>
                </a:solidFill>
              </a:rPr>
              <a:t>:</a:t>
            </a:r>
          </a:p>
          <a:p>
            <a:pPr algn="r" eaLnBrk="0" hangingPunct="0">
              <a:lnSpc>
                <a:spcPct val="125000"/>
              </a:lnSpc>
              <a:spcBef>
                <a:spcPct val="20000"/>
              </a:spcBef>
              <a:buFont typeface="Arial" panose="020B0604020202020204" pitchFamily="34" charset="0"/>
              <a:buNone/>
              <a:defRPr/>
            </a:pPr>
            <a:r>
              <a:rPr lang="en-US" altLang="zh-CN" sz="1100">
                <a:solidFill>
                  <a:srgbClr val="FFFFFF"/>
                </a:solidFill>
              </a:rPr>
              <a:t>FrutigerNextLTRegular</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外部使用字体</a:t>
            </a:r>
            <a:r>
              <a:rPr lang="en-US" altLang="zh-CN" sz="1100">
                <a:solidFill>
                  <a:srgbClr val="FFFFFF"/>
                </a:solidFill>
              </a:rPr>
              <a:t>:Arial</a:t>
            </a:r>
          </a:p>
          <a:p>
            <a:pPr algn="r" eaLnBrk="0" hangingPunct="0">
              <a:lnSpc>
                <a:spcPct val="75000"/>
              </a:lnSpc>
              <a:spcBef>
                <a:spcPct val="20000"/>
              </a:spcBef>
              <a:buFont typeface="Arial" panose="020B0604020202020204" pitchFamily="34" charset="0"/>
              <a:buNone/>
              <a:defRPr/>
            </a:pPr>
            <a:endParaRPr lang="en-US" altLang="zh-CN"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中文正文</a:t>
            </a:r>
            <a:r>
              <a:rPr lang="en-US" altLang="zh-CN" sz="1100">
                <a:solidFill>
                  <a:srgbClr val="FFFFFF"/>
                </a:solidFill>
              </a:rPr>
              <a:t>:18-20pt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endParaRPr lang="zh-CN" altLang="en-US" sz="1100" b="1">
              <a:solidFill>
                <a:srgbClr val="FFFFFF"/>
              </a:solidFill>
              <a:latin typeface="Arial" panose="020B0604020202020204" pitchFamily="34" charset="0"/>
              <a:ea typeface="华文细黑" panose="02010600040101010101" pitchFamily="2" charset="-122"/>
            </a:endParaRPr>
          </a:p>
        </p:txBody>
      </p:sp>
      <p:grpSp>
        <p:nvGrpSpPr>
          <p:cNvPr id="60424" name="Group 16"/>
          <p:cNvGrpSpPr>
            <a:grpSpLocks/>
          </p:cNvGrpSpPr>
          <p:nvPr/>
        </p:nvGrpSpPr>
        <p:grpSpPr bwMode="auto">
          <a:xfrm>
            <a:off x="12436538" y="3511551"/>
            <a:ext cx="1225869" cy="3224213"/>
            <a:chOff x="5839" y="2251"/>
            <a:chExt cx="579" cy="2031"/>
          </a:xfrm>
        </p:grpSpPr>
        <p:sp>
          <p:nvSpPr>
            <p:cNvPr id="60429" name="Rectangle 17"/>
            <p:cNvSpPr>
              <a:spLocks noChangeArrowheads="1"/>
            </p:cNvSpPr>
            <p:nvPr userDrawn="1"/>
          </p:nvSpPr>
          <p:spPr bwMode="auto">
            <a:xfrm>
              <a:off x="5839" y="3143"/>
              <a:ext cx="579" cy="233"/>
            </a:xfrm>
            <a:prstGeom prst="rect">
              <a:avLst/>
            </a:prstGeom>
            <a:solidFill>
              <a:schemeClr val="bg1"/>
            </a:solidFill>
            <a:ln>
              <a:noFill/>
            </a:ln>
            <a:extLst/>
          </p:spPr>
          <p:txBody>
            <a:bodyPr lIns="91425" tIns="45712" rIns="91425" bIns="45712"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nvGrpSpPr>
            <p:cNvPr id="60430" name="Group 18"/>
            <p:cNvGrpSpPr>
              <a:grpSpLocks/>
            </p:cNvGrpSpPr>
            <p:nvPr userDrawn="1"/>
          </p:nvGrpSpPr>
          <p:grpSpPr bwMode="auto">
            <a:xfrm>
              <a:off x="5893" y="2387"/>
              <a:ext cx="466" cy="115"/>
              <a:chOff x="5893" y="2387"/>
              <a:chExt cx="466" cy="115"/>
            </a:xfrm>
          </p:grpSpPr>
          <p:sp>
            <p:nvSpPr>
              <p:cNvPr id="60491" name="Rectangle 19"/>
              <p:cNvSpPr>
                <a:spLocks noChangeArrowheads="1"/>
              </p:cNvSpPr>
              <p:nvPr userDrawn="1"/>
            </p:nvSpPr>
            <p:spPr bwMode="auto">
              <a:xfrm flipV="1">
                <a:off x="6010" y="2387"/>
                <a:ext cx="116"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2" name="Rectangle 20"/>
              <p:cNvSpPr>
                <a:spLocks noChangeArrowheads="1"/>
              </p:cNvSpPr>
              <p:nvPr userDrawn="1"/>
            </p:nvSpPr>
            <p:spPr bwMode="auto">
              <a:xfrm flipV="1">
                <a:off x="6126" y="2387"/>
                <a:ext cx="115"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3" name="Rectangle 21"/>
              <p:cNvSpPr>
                <a:spLocks noChangeArrowheads="1"/>
              </p:cNvSpPr>
              <p:nvPr userDrawn="1"/>
            </p:nvSpPr>
            <p:spPr bwMode="auto">
              <a:xfrm flipV="1">
                <a:off x="6242" y="2387"/>
                <a:ext cx="117" cy="115"/>
              </a:xfrm>
              <a:prstGeom prst="rect">
                <a:avLst/>
              </a:prstGeom>
              <a:solidFill>
                <a:srgbClr val="99660A"/>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4" name="Rectangle 22"/>
              <p:cNvSpPr>
                <a:spLocks noChangeArrowheads="1"/>
              </p:cNvSpPr>
              <p:nvPr userDrawn="1"/>
            </p:nvSpPr>
            <p:spPr bwMode="auto">
              <a:xfrm flipV="1">
                <a:off x="5893" y="2387"/>
                <a:ext cx="117"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1" name="Group 23"/>
            <p:cNvGrpSpPr>
              <a:grpSpLocks/>
            </p:cNvGrpSpPr>
            <p:nvPr userDrawn="1"/>
          </p:nvGrpSpPr>
          <p:grpSpPr bwMode="auto">
            <a:xfrm>
              <a:off x="5893" y="2523"/>
              <a:ext cx="466" cy="115"/>
              <a:chOff x="5893" y="2523"/>
              <a:chExt cx="466" cy="115"/>
            </a:xfrm>
          </p:grpSpPr>
          <p:sp>
            <p:nvSpPr>
              <p:cNvPr id="60487" name="Rectangle 24"/>
              <p:cNvSpPr>
                <a:spLocks noChangeArrowheads="1"/>
              </p:cNvSpPr>
              <p:nvPr userDrawn="1"/>
            </p:nvSpPr>
            <p:spPr bwMode="auto">
              <a:xfrm flipV="1">
                <a:off x="6010" y="2523"/>
                <a:ext cx="116"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8" name="Rectangle 25"/>
              <p:cNvSpPr>
                <a:spLocks noChangeArrowheads="1"/>
              </p:cNvSpPr>
              <p:nvPr userDrawn="1"/>
            </p:nvSpPr>
            <p:spPr bwMode="auto">
              <a:xfrm flipV="1">
                <a:off x="6126" y="2523"/>
                <a:ext cx="115"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9" name="Rectangle 26"/>
              <p:cNvSpPr>
                <a:spLocks noChangeArrowheads="1"/>
              </p:cNvSpPr>
              <p:nvPr userDrawn="1"/>
            </p:nvSpPr>
            <p:spPr bwMode="auto">
              <a:xfrm flipV="1">
                <a:off x="6242" y="2523"/>
                <a:ext cx="117"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0" name="Rectangle 27"/>
              <p:cNvSpPr>
                <a:spLocks noChangeArrowheads="1"/>
              </p:cNvSpPr>
              <p:nvPr userDrawn="1"/>
            </p:nvSpPr>
            <p:spPr bwMode="auto">
              <a:xfrm flipV="1">
                <a:off x="5893" y="2523"/>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2" name="Group 28"/>
            <p:cNvGrpSpPr>
              <a:grpSpLocks/>
            </p:cNvGrpSpPr>
            <p:nvPr userDrawn="1"/>
          </p:nvGrpSpPr>
          <p:grpSpPr bwMode="auto">
            <a:xfrm>
              <a:off x="5893" y="2659"/>
              <a:ext cx="466" cy="115"/>
              <a:chOff x="5893" y="2659"/>
              <a:chExt cx="466" cy="115"/>
            </a:xfrm>
          </p:grpSpPr>
          <p:sp>
            <p:nvSpPr>
              <p:cNvPr id="60483" name="Rectangle 29"/>
              <p:cNvSpPr>
                <a:spLocks noChangeArrowheads="1"/>
              </p:cNvSpPr>
              <p:nvPr userDrawn="1"/>
            </p:nvSpPr>
            <p:spPr bwMode="auto">
              <a:xfrm flipV="1">
                <a:off x="6010" y="2659"/>
                <a:ext cx="116"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4" name="Rectangle 30"/>
              <p:cNvSpPr>
                <a:spLocks noChangeArrowheads="1"/>
              </p:cNvSpPr>
              <p:nvPr userDrawn="1"/>
            </p:nvSpPr>
            <p:spPr bwMode="auto">
              <a:xfrm flipV="1">
                <a:off x="6126" y="2659"/>
                <a:ext cx="115" cy="115"/>
              </a:xfrm>
              <a:prstGeom prst="rect">
                <a:avLst/>
              </a:prstGeom>
              <a:solidFill>
                <a:srgbClr val="0099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5" name="Rectangle 31"/>
              <p:cNvSpPr>
                <a:spLocks noChangeArrowheads="1"/>
              </p:cNvSpPr>
              <p:nvPr userDrawn="1"/>
            </p:nvSpPr>
            <p:spPr bwMode="auto">
              <a:xfrm flipV="1">
                <a:off x="6242" y="2659"/>
                <a:ext cx="117"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6" name="Rectangle 32"/>
              <p:cNvSpPr>
                <a:spLocks noChangeArrowheads="1"/>
              </p:cNvSpPr>
              <p:nvPr userDrawn="1"/>
            </p:nvSpPr>
            <p:spPr bwMode="auto">
              <a:xfrm flipV="1">
                <a:off x="5893" y="2659"/>
                <a:ext cx="117"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3" name="Group 33"/>
            <p:cNvGrpSpPr>
              <a:grpSpLocks/>
            </p:cNvGrpSpPr>
            <p:nvPr userDrawn="1"/>
          </p:nvGrpSpPr>
          <p:grpSpPr bwMode="auto">
            <a:xfrm>
              <a:off x="5893" y="2251"/>
              <a:ext cx="466" cy="119"/>
              <a:chOff x="5893" y="2251"/>
              <a:chExt cx="466" cy="119"/>
            </a:xfrm>
          </p:grpSpPr>
          <p:sp>
            <p:nvSpPr>
              <p:cNvPr id="60479" name="Rectangle 34"/>
              <p:cNvSpPr>
                <a:spLocks noChangeArrowheads="1"/>
              </p:cNvSpPr>
              <p:nvPr userDrawn="1"/>
            </p:nvSpPr>
            <p:spPr bwMode="auto">
              <a:xfrm flipV="1">
                <a:off x="6126" y="2251"/>
                <a:ext cx="115" cy="119"/>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0" name="Rectangle 35"/>
              <p:cNvSpPr>
                <a:spLocks noChangeArrowheads="1"/>
              </p:cNvSpPr>
              <p:nvPr userDrawn="1"/>
            </p:nvSpPr>
            <p:spPr bwMode="auto">
              <a:xfrm flipV="1">
                <a:off x="6242" y="2251"/>
                <a:ext cx="117" cy="119"/>
              </a:xfrm>
              <a:prstGeom prst="rect">
                <a:avLst/>
              </a:prstGeom>
              <a:solidFill>
                <a:srgbClr val="CC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1" name="Rectangle 36"/>
              <p:cNvSpPr>
                <a:spLocks noChangeArrowheads="1"/>
              </p:cNvSpPr>
              <p:nvPr userDrawn="1"/>
            </p:nvSpPr>
            <p:spPr bwMode="auto">
              <a:xfrm flipV="1">
                <a:off x="5893" y="2251"/>
                <a:ext cx="117" cy="119"/>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2" name="Rectangle 37"/>
              <p:cNvSpPr>
                <a:spLocks noChangeArrowheads="1"/>
              </p:cNvSpPr>
              <p:nvPr userDrawn="1"/>
            </p:nvSpPr>
            <p:spPr bwMode="auto">
              <a:xfrm flipV="1">
                <a:off x="6010" y="2251"/>
                <a:ext cx="116" cy="119"/>
              </a:xfrm>
              <a:prstGeom prst="rect">
                <a:avLst/>
              </a:prstGeom>
              <a:solidFill>
                <a:srgbClr val="66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4" name="Group 38"/>
            <p:cNvGrpSpPr>
              <a:grpSpLocks/>
            </p:cNvGrpSpPr>
            <p:nvPr userDrawn="1"/>
          </p:nvGrpSpPr>
          <p:grpSpPr bwMode="auto">
            <a:xfrm>
              <a:off x="5893" y="2886"/>
              <a:ext cx="466" cy="115"/>
              <a:chOff x="5893" y="2886"/>
              <a:chExt cx="466" cy="115"/>
            </a:xfrm>
          </p:grpSpPr>
          <p:sp>
            <p:nvSpPr>
              <p:cNvPr id="60475" name="Rectangle 39"/>
              <p:cNvSpPr>
                <a:spLocks noChangeArrowheads="1"/>
              </p:cNvSpPr>
              <p:nvPr userDrawn="1"/>
            </p:nvSpPr>
            <p:spPr bwMode="auto">
              <a:xfrm flipV="1">
                <a:off x="6010" y="2886"/>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6" name="Rectangle 40"/>
              <p:cNvSpPr>
                <a:spLocks noChangeArrowheads="1"/>
              </p:cNvSpPr>
              <p:nvPr userDrawn="1"/>
            </p:nvSpPr>
            <p:spPr bwMode="auto">
              <a:xfrm flipV="1">
                <a:off x="6126" y="2886"/>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7" name="Rectangle 41"/>
              <p:cNvSpPr>
                <a:spLocks noChangeArrowheads="1"/>
              </p:cNvSpPr>
              <p:nvPr userDrawn="1"/>
            </p:nvSpPr>
            <p:spPr bwMode="auto">
              <a:xfrm flipV="1">
                <a:off x="6242" y="2886"/>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8" name="Rectangle 42"/>
              <p:cNvSpPr>
                <a:spLocks noChangeArrowheads="1"/>
              </p:cNvSpPr>
              <p:nvPr userDrawn="1"/>
            </p:nvSpPr>
            <p:spPr bwMode="auto">
              <a:xfrm flipV="1">
                <a:off x="5893" y="2886"/>
                <a:ext cx="117" cy="115"/>
              </a:xfrm>
              <a:prstGeom prst="rect">
                <a:avLst/>
              </a:prstGeom>
              <a:solidFill>
                <a:schemeClr val="tx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5" name="Group 43"/>
            <p:cNvGrpSpPr>
              <a:grpSpLocks/>
            </p:cNvGrpSpPr>
            <p:nvPr userDrawn="1"/>
          </p:nvGrpSpPr>
          <p:grpSpPr bwMode="auto">
            <a:xfrm>
              <a:off x="5893" y="3022"/>
              <a:ext cx="466" cy="115"/>
              <a:chOff x="5893" y="3022"/>
              <a:chExt cx="466" cy="115"/>
            </a:xfrm>
          </p:grpSpPr>
          <p:sp>
            <p:nvSpPr>
              <p:cNvPr id="60471" name="Rectangle 44"/>
              <p:cNvSpPr>
                <a:spLocks noChangeArrowheads="1"/>
              </p:cNvSpPr>
              <p:nvPr userDrawn="1"/>
            </p:nvSpPr>
            <p:spPr bwMode="auto">
              <a:xfrm flipV="1">
                <a:off x="6010" y="3022"/>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2" name="Rectangle 45"/>
              <p:cNvSpPr>
                <a:spLocks noChangeArrowheads="1"/>
              </p:cNvSpPr>
              <p:nvPr userDrawn="1"/>
            </p:nvSpPr>
            <p:spPr bwMode="auto">
              <a:xfrm flipV="1">
                <a:off x="6126" y="3022"/>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3" name="Rectangle 46"/>
              <p:cNvSpPr>
                <a:spLocks noChangeArrowheads="1"/>
              </p:cNvSpPr>
              <p:nvPr userDrawn="1"/>
            </p:nvSpPr>
            <p:spPr bwMode="auto">
              <a:xfrm flipV="1">
                <a:off x="6242" y="3022"/>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4" name="Rectangle 47"/>
              <p:cNvSpPr>
                <a:spLocks noChangeArrowheads="1"/>
              </p:cNvSpPr>
              <p:nvPr userDrawn="1"/>
            </p:nvSpPr>
            <p:spPr bwMode="auto">
              <a:xfrm flipV="1">
                <a:off x="5893" y="3022"/>
                <a:ext cx="117" cy="115"/>
              </a:xfrm>
              <a:prstGeom prst="rect">
                <a:avLst/>
              </a:prstGeom>
              <a:solidFill>
                <a:srgbClr val="9900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6" name="Group 48"/>
            <p:cNvGrpSpPr>
              <a:grpSpLocks/>
            </p:cNvGrpSpPr>
            <p:nvPr userDrawn="1"/>
          </p:nvGrpSpPr>
          <p:grpSpPr bwMode="auto">
            <a:xfrm>
              <a:off x="5893" y="3158"/>
              <a:ext cx="466" cy="115"/>
              <a:chOff x="5893" y="3158"/>
              <a:chExt cx="466" cy="115"/>
            </a:xfrm>
          </p:grpSpPr>
          <p:sp>
            <p:nvSpPr>
              <p:cNvPr id="60467" name="Rectangle 49"/>
              <p:cNvSpPr>
                <a:spLocks noChangeArrowheads="1"/>
              </p:cNvSpPr>
              <p:nvPr userDrawn="1"/>
            </p:nvSpPr>
            <p:spPr bwMode="auto">
              <a:xfrm flipV="1">
                <a:off x="6010" y="3158"/>
                <a:ext cx="116"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8" name="Rectangle 50"/>
              <p:cNvSpPr>
                <a:spLocks noChangeArrowheads="1"/>
              </p:cNvSpPr>
              <p:nvPr userDrawn="1"/>
            </p:nvSpPr>
            <p:spPr bwMode="auto">
              <a:xfrm flipV="1">
                <a:off x="6126" y="3158"/>
                <a:ext cx="115"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9" name="Rectangle 51"/>
              <p:cNvSpPr>
                <a:spLocks noChangeArrowheads="1"/>
              </p:cNvSpPr>
              <p:nvPr userDrawn="1"/>
            </p:nvSpPr>
            <p:spPr bwMode="auto">
              <a:xfrm flipV="1">
                <a:off x="6242" y="3158"/>
                <a:ext cx="117"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0" name="Rectangle 52"/>
              <p:cNvSpPr>
                <a:spLocks noChangeArrowheads="1"/>
              </p:cNvSpPr>
              <p:nvPr userDrawn="1"/>
            </p:nvSpPr>
            <p:spPr bwMode="auto">
              <a:xfrm flipV="1">
                <a:off x="5893" y="3158"/>
                <a:ext cx="117" cy="115"/>
              </a:xfrm>
              <a:prstGeom prst="rect">
                <a:avLst/>
              </a:prstGeom>
              <a:solidFill>
                <a:srgbClr val="9900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7" name="Group 53"/>
            <p:cNvGrpSpPr>
              <a:grpSpLocks/>
            </p:cNvGrpSpPr>
            <p:nvPr userDrawn="1"/>
          </p:nvGrpSpPr>
          <p:grpSpPr bwMode="auto">
            <a:xfrm>
              <a:off x="5893" y="3385"/>
              <a:ext cx="466" cy="115"/>
              <a:chOff x="5893" y="3385"/>
              <a:chExt cx="466" cy="115"/>
            </a:xfrm>
          </p:grpSpPr>
          <p:sp>
            <p:nvSpPr>
              <p:cNvPr id="60463" name="Rectangle 54"/>
              <p:cNvSpPr>
                <a:spLocks noChangeArrowheads="1"/>
              </p:cNvSpPr>
              <p:nvPr userDrawn="1"/>
            </p:nvSpPr>
            <p:spPr bwMode="auto">
              <a:xfrm flipV="1">
                <a:off x="6010" y="3385"/>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4" name="Rectangle 55"/>
              <p:cNvSpPr>
                <a:spLocks noChangeArrowheads="1"/>
              </p:cNvSpPr>
              <p:nvPr userDrawn="1"/>
            </p:nvSpPr>
            <p:spPr bwMode="auto">
              <a:xfrm flipV="1">
                <a:off x="6126" y="3385"/>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5" name="Rectangle 56"/>
              <p:cNvSpPr>
                <a:spLocks noChangeArrowheads="1"/>
              </p:cNvSpPr>
              <p:nvPr userDrawn="1"/>
            </p:nvSpPr>
            <p:spPr bwMode="auto">
              <a:xfrm flipV="1">
                <a:off x="6242" y="3385"/>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6" name="Rectangle 57"/>
              <p:cNvSpPr>
                <a:spLocks noChangeArrowheads="1"/>
              </p:cNvSpPr>
              <p:nvPr userDrawn="1"/>
            </p:nvSpPr>
            <p:spPr bwMode="auto">
              <a:xfrm flipV="1">
                <a:off x="5893" y="3385"/>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8" name="Group 58"/>
            <p:cNvGrpSpPr>
              <a:grpSpLocks/>
            </p:cNvGrpSpPr>
            <p:nvPr userDrawn="1"/>
          </p:nvGrpSpPr>
          <p:grpSpPr bwMode="auto">
            <a:xfrm>
              <a:off x="5893" y="3521"/>
              <a:ext cx="466" cy="115"/>
              <a:chOff x="5893" y="3521"/>
              <a:chExt cx="466" cy="115"/>
            </a:xfrm>
          </p:grpSpPr>
          <p:sp>
            <p:nvSpPr>
              <p:cNvPr id="60459" name="Rectangle 59"/>
              <p:cNvSpPr>
                <a:spLocks noChangeArrowheads="1"/>
              </p:cNvSpPr>
              <p:nvPr userDrawn="1"/>
            </p:nvSpPr>
            <p:spPr bwMode="auto">
              <a:xfrm flipV="1">
                <a:off x="6010" y="3521"/>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0" name="Rectangle 60"/>
              <p:cNvSpPr>
                <a:spLocks noChangeArrowheads="1"/>
              </p:cNvSpPr>
              <p:nvPr userDrawn="1"/>
            </p:nvSpPr>
            <p:spPr bwMode="auto">
              <a:xfrm flipV="1">
                <a:off x="6126" y="3521"/>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1" name="Rectangle 61"/>
              <p:cNvSpPr>
                <a:spLocks noChangeArrowheads="1"/>
              </p:cNvSpPr>
              <p:nvPr userDrawn="1"/>
            </p:nvSpPr>
            <p:spPr bwMode="auto">
              <a:xfrm flipV="1">
                <a:off x="6242" y="3521"/>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2" name="Rectangle 62"/>
              <p:cNvSpPr>
                <a:spLocks noChangeArrowheads="1"/>
              </p:cNvSpPr>
              <p:nvPr userDrawn="1"/>
            </p:nvSpPr>
            <p:spPr bwMode="auto">
              <a:xfrm flipV="1">
                <a:off x="5893" y="3521"/>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9" name="Group 63"/>
            <p:cNvGrpSpPr>
              <a:grpSpLocks/>
            </p:cNvGrpSpPr>
            <p:nvPr userDrawn="1"/>
          </p:nvGrpSpPr>
          <p:grpSpPr bwMode="auto">
            <a:xfrm>
              <a:off x="5893" y="3657"/>
              <a:ext cx="466" cy="115"/>
              <a:chOff x="5893" y="3657"/>
              <a:chExt cx="466" cy="115"/>
            </a:xfrm>
          </p:grpSpPr>
          <p:sp>
            <p:nvSpPr>
              <p:cNvPr id="60455" name="Rectangle 64"/>
              <p:cNvSpPr>
                <a:spLocks noChangeArrowheads="1"/>
              </p:cNvSpPr>
              <p:nvPr userDrawn="1"/>
            </p:nvSpPr>
            <p:spPr bwMode="auto">
              <a:xfrm flipV="1">
                <a:off x="6010" y="3657"/>
                <a:ext cx="116"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6" name="Rectangle 65"/>
              <p:cNvSpPr>
                <a:spLocks noChangeArrowheads="1"/>
              </p:cNvSpPr>
              <p:nvPr userDrawn="1"/>
            </p:nvSpPr>
            <p:spPr bwMode="auto">
              <a:xfrm flipV="1">
                <a:off x="6126" y="3657"/>
                <a:ext cx="115"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7" name="Rectangle 66"/>
              <p:cNvSpPr>
                <a:spLocks noChangeArrowheads="1"/>
              </p:cNvSpPr>
              <p:nvPr userDrawn="1"/>
            </p:nvSpPr>
            <p:spPr bwMode="auto">
              <a:xfrm flipV="1">
                <a:off x="6242" y="3657"/>
                <a:ext cx="117"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8" name="Rectangle 67"/>
              <p:cNvSpPr>
                <a:spLocks noChangeArrowheads="1"/>
              </p:cNvSpPr>
              <p:nvPr userDrawn="1"/>
            </p:nvSpPr>
            <p:spPr bwMode="auto">
              <a:xfrm flipV="1">
                <a:off x="5893" y="3657"/>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0" name="Group 68"/>
            <p:cNvGrpSpPr>
              <a:grpSpLocks/>
            </p:cNvGrpSpPr>
            <p:nvPr userDrawn="1"/>
          </p:nvGrpSpPr>
          <p:grpSpPr bwMode="auto">
            <a:xfrm>
              <a:off x="5893" y="3884"/>
              <a:ext cx="466" cy="115"/>
              <a:chOff x="5893" y="3884"/>
              <a:chExt cx="466" cy="115"/>
            </a:xfrm>
          </p:grpSpPr>
          <p:sp>
            <p:nvSpPr>
              <p:cNvPr id="60451" name="Rectangle 69"/>
              <p:cNvSpPr>
                <a:spLocks noChangeArrowheads="1"/>
              </p:cNvSpPr>
              <p:nvPr userDrawn="1"/>
            </p:nvSpPr>
            <p:spPr bwMode="auto">
              <a:xfrm flipV="1">
                <a:off x="6010" y="3884"/>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2" name="Rectangle 70"/>
              <p:cNvSpPr>
                <a:spLocks noChangeArrowheads="1"/>
              </p:cNvSpPr>
              <p:nvPr userDrawn="1"/>
            </p:nvSpPr>
            <p:spPr bwMode="auto">
              <a:xfrm flipV="1">
                <a:off x="6126" y="3884"/>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3" name="Rectangle 71"/>
              <p:cNvSpPr>
                <a:spLocks noChangeArrowheads="1"/>
              </p:cNvSpPr>
              <p:nvPr userDrawn="1"/>
            </p:nvSpPr>
            <p:spPr bwMode="auto">
              <a:xfrm flipV="1">
                <a:off x="6242" y="3884"/>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4" name="Rectangle 72"/>
              <p:cNvSpPr>
                <a:spLocks noChangeArrowheads="1"/>
              </p:cNvSpPr>
              <p:nvPr userDrawn="1"/>
            </p:nvSpPr>
            <p:spPr bwMode="auto">
              <a:xfrm flipV="1">
                <a:off x="5893" y="3884"/>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1" name="Group 73"/>
            <p:cNvGrpSpPr>
              <a:grpSpLocks/>
            </p:cNvGrpSpPr>
            <p:nvPr userDrawn="1"/>
          </p:nvGrpSpPr>
          <p:grpSpPr bwMode="auto">
            <a:xfrm>
              <a:off x="5893" y="4026"/>
              <a:ext cx="466" cy="115"/>
              <a:chOff x="5893" y="4026"/>
              <a:chExt cx="466" cy="115"/>
            </a:xfrm>
          </p:grpSpPr>
          <p:sp>
            <p:nvSpPr>
              <p:cNvPr id="60447" name="Rectangle 74"/>
              <p:cNvSpPr>
                <a:spLocks noChangeArrowheads="1"/>
              </p:cNvSpPr>
              <p:nvPr userDrawn="1"/>
            </p:nvSpPr>
            <p:spPr bwMode="auto">
              <a:xfrm flipV="1">
                <a:off x="6010" y="4026"/>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8" name="Rectangle 75"/>
              <p:cNvSpPr>
                <a:spLocks noChangeArrowheads="1"/>
              </p:cNvSpPr>
              <p:nvPr userDrawn="1"/>
            </p:nvSpPr>
            <p:spPr bwMode="auto">
              <a:xfrm flipV="1">
                <a:off x="6126" y="4026"/>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9" name="Rectangle 76"/>
              <p:cNvSpPr>
                <a:spLocks noChangeArrowheads="1"/>
              </p:cNvSpPr>
              <p:nvPr userDrawn="1"/>
            </p:nvSpPr>
            <p:spPr bwMode="auto">
              <a:xfrm flipV="1">
                <a:off x="6242" y="4026"/>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0" name="Rectangle 77"/>
              <p:cNvSpPr>
                <a:spLocks noChangeArrowheads="1"/>
              </p:cNvSpPr>
              <p:nvPr userDrawn="1"/>
            </p:nvSpPr>
            <p:spPr bwMode="auto">
              <a:xfrm flipV="1">
                <a:off x="5893" y="4026"/>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2" name="Group 78"/>
            <p:cNvGrpSpPr>
              <a:grpSpLocks/>
            </p:cNvGrpSpPr>
            <p:nvPr userDrawn="1"/>
          </p:nvGrpSpPr>
          <p:grpSpPr bwMode="auto">
            <a:xfrm>
              <a:off x="5893" y="4167"/>
              <a:ext cx="466" cy="115"/>
              <a:chOff x="5893" y="4167"/>
              <a:chExt cx="466" cy="115"/>
            </a:xfrm>
          </p:grpSpPr>
          <p:sp>
            <p:nvSpPr>
              <p:cNvPr id="60443" name="Rectangle 79"/>
              <p:cNvSpPr>
                <a:spLocks noChangeArrowheads="1"/>
              </p:cNvSpPr>
              <p:nvPr userDrawn="1"/>
            </p:nvSpPr>
            <p:spPr bwMode="auto">
              <a:xfrm flipV="1">
                <a:off x="6010" y="4167"/>
                <a:ext cx="116" cy="115"/>
              </a:xfrm>
              <a:prstGeom prst="rect">
                <a:avLst/>
              </a:prstGeom>
              <a:solidFill>
                <a:schemeClr val="hlink"/>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4" name="Rectangle 80"/>
              <p:cNvSpPr>
                <a:spLocks noChangeArrowheads="1"/>
              </p:cNvSpPr>
              <p:nvPr userDrawn="1"/>
            </p:nvSpPr>
            <p:spPr bwMode="auto">
              <a:xfrm flipV="1">
                <a:off x="6126" y="4167"/>
                <a:ext cx="115" cy="115"/>
              </a:xfrm>
              <a:prstGeom prst="rect">
                <a:avLst/>
              </a:prstGeom>
              <a:solidFill>
                <a:schemeClr val="accent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5" name="Rectangle 81"/>
              <p:cNvSpPr>
                <a:spLocks noChangeArrowheads="1"/>
              </p:cNvSpPr>
              <p:nvPr userDrawn="1"/>
            </p:nvSpPr>
            <p:spPr bwMode="auto">
              <a:xfrm flipV="1">
                <a:off x="6242" y="4167"/>
                <a:ext cx="117" cy="115"/>
              </a:xfrm>
              <a:prstGeom prst="rect">
                <a:avLst/>
              </a:prstGeom>
              <a:solidFill>
                <a:schemeClr val="accent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6" name="Rectangle 82"/>
              <p:cNvSpPr>
                <a:spLocks noChangeArrowheads="1"/>
              </p:cNvSpPr>
              <p:nvPr userDrawn="1"/>
            </p:nvSpPr>
            <p:spPr bwMode="auto">
              <a:xfrm flipV="1">
                <a:off x="5893" y="4167"/>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sp>
        <p:nvSpPr>
          <p:cNvPr id="60425" name="Rectangle 83"/>
          <p:cNvSpPr>
            <a:spLocks noChangeArrowheads="1"/>
          </p:cNvSpPr>
          <p:nvPr/>
        </p:nvSpPr>
        <p:spPr bwMode="auto">
          <a:xfrm>
            <a:off x="12339676" y="1341438"/>
            <a:ext cx="1589501" cy="1333500"/>
          </a:xfrm>
          <a:prstGeom prst="rect">
            <a:avLst/>
          </a:prstGeom>
          <a:noFill/>
          <a:ln>
            <a:noFill/>
          </a:ln>
          <a:extLst/>
        </p:spPr>
        <p:txBody>
          <a:bodyPr lIns="80124" tIns="40063" rIns="80124" bIns="4006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lnSpc>
                <a:spcPct val="120000"/>
              </a:lnSpc>
              <a:spcBef>
                <a:spcPct val="20000"/>
              </a:spcBef>
              <a:buFont typeface="Arial" panose="020B0604020202020204" pitchFamily="34" charset="0"/>
              <a:buNone/>
              <a:defRPr/>
            </a:pPr>
            <a:r>
              <a:rPr lang="zh-CN" altLang="en-US" sz="1100">
                <a:solidFill>
                  <a:srgbClr val="FFFFFF"/>
                </a:solidFill>
              </a:rPr>
              <a:t>配色参考方案：</a:t>
            </a:r>
          </a:p>
          <a:p>
            <a:pPr eaLnBrk="0" hangingPunct="0">
              <a:lnSpc>
                <a:spcPct val="120000"/>
              </a:lnSpc>
              <a:spcBef>
                <a:spcPct val="20000"/>
              </a:spcBef>
              <a:buFont typeface="Arial" panose="020B0604020202020204" pitchFamily="34" charset="0"/>
              <a:buNone/>
              <a:defRPr/>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0426" name="Rectangle 84"/>
          <p:cNvSpPr>
            <a:spLocks noChangeArrowheads="1"/>
          </p:cNvSpPr>
          <p:nvPr/>
        </p:nvSpPr>
        <p:spPr bwMode="auto">
          <a:xfrm>
            <a:off x="12339676" y="7938"/>
            <a:ext cx="1494226" cy="487362"/>
          </a:xfrm>
          <a:prstGeom prst="rect">
            <a:avLst/>
          </a:prstGeom>
          <a:noFill/>
          <a:ln>
            <a:noFill/>
          </a:ln>
          <a:extLst/>
        </p:spPr>
        <p:txBody>
          <a:bodyPr lIns="80124" tIns="40063" rIns="80124" bIns="4006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60427" name="Rectangle 21"/>
          <p:cNvSpPr>
            <a:spLocks noChangeArrowheads="1"/>
          </p:cNvSpPr>
          <p:nvPr/>
        </p:nvSpPr>
        <p:spPr bwMode="auto">
          <a:xfrm>
            <a:off x="5049565" y="6465888"/>
            <a:ext cx="1484700" cy="184150"/>
          </a:xfrm>
          <a:prstGeom prst="rect">
            <a:avLst/>
          </a:prstGeom>
          <a:noFill/>
          <a:ln>
            <a:noFill/>
          </a:ln>
          <a:extLst/>
        </p:spPr>
        <p:txBody>
          <a:bodyPr wrap="none" lIns="80082" tIns="0" rIns="80082" bIns="0">
            <a:spAutoFit/>
          </a:bodyPr>
          <a:lstStyle>
            <a:lvl1pPr defTabSz="801688">
              <a:defRPr>
                <a:solidFill>
                  <a:schemeClr val="tx1"/>
                </a:solidFill>
                <a:latin typeface="Calibri" panose="020F0502020204030204" pitchFamily="34" charset="0"/>
                <a:ea typeface="宋体" panose="02010600030101010101" pitchFamily="2" charset="-122"/>
              </a:defRPr>
            </a:lvl1pPr>
            <a:lvl2pPr marL="742950" indent="-285750" defTabSz="801688">
              <a:defRPr>
                <a:solidFill>
                  <a:schemeClr val="tx1"/>
                </a:solidFill>
                <a:latin typeface="Calibri" panose="020F0502020204030204" pitchFamily="34" charset="0"/>
                <a:ea typeface="宋体" panose="02010600030101010101" pitchFamily="2" charset="-122"/>
              </a:defRPr>
            </a:lvl2pPr>
            <a:lvl3pPr marL="1143000" indent="-228600" defTabSz="801688">
              <a:defRPr>
                <a:solidFill>
                  <a:schemeClr val="tx1"/>
                </a:solidFill>
                <a:latin typeface="Calibri" panose="020F0502020204030204" pitchFamily="34" charset="0"/>
                <a:ea typeface="宋体" panose="02010600030101010101" pitchFamily="2" charset="-122"/>
              </a:defRPr>
            </a:lvl3pPr>
            <a:lvl4pPr marL="1600200" indent="-228600" defTabSz="801688">
              <a:defRPr>
                <a:solidFill>
                  <a:schemeClr val="tx1"/>
                </a:solidFill>
                <a:latin typeface="Calibri" panose="020F0502020204030204" pitchFamily="34" charset="0"/>
                <a:ea typeface="宋体" panose="02010600030101010101" pitchFamily="2" charset="-122"/>
              </a:defRPr>
            </a:lvl4pPr>
            <a:lvl5pPr marL="2057400" indent="-228600" defTabSz="801688">
              <a:defRPr>
                <a:solidFill>
                  <a:schemeClr val="tx1"/>
                </a:solidFill>
                <a:latin typeface="Calibri" panose="020F0502020204030204" pitchFamily="34" charset="0"/>
                <a:ea typeface="宋体" panose="02010600030101010101" pitchFamily="2" charset="-122"/>
              </a:defRPr>
            </a:lvl5pPr>
            <a:lvl6pPr marL="25146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200">
                <a:solidFill>
                  <a:srgbClr val="000000"/>
                </a:solidFill>
                <a:latin typeface="FrutigerNext LT Medium" pitchFamily="34" charset="0"/>
                <a:ea typeface="华文细黑" panose="02010600040101010101" pitchFamily="2" charset="-122"/>
              </a:rPr>
              <a:t>HuaweiConfidential</a:t>
            </a:r>
          </a:p>
        </p:txBody>
      </p:sp>
      <p:sp>
        <p:nvSpPr>
          <p:cNvPr id="81" name="Rectangle 5"/>
          <p:cNvSpPr>
            <a:spLocks noChangeArrowheads="1"/>
          </p:cNvSpPr>
          <p:nvPr/>
        </p:nvSpPr>
        <p:spPr bwMode="auto">
          <a:xfrm>
            <a:off x="8484222" y="6489700"/>
            <a:ext cx="2404101" cy="368300"/>
          </a:xfrm>
          <a:prstGeom prst="rect">
            <a:avLst/>
          </a:prstGeom>
          <a:noFill/>
          <a:ln>
            <a:noFill/>
          </a:ln>
          <a:extLst/>
        </p:spPr>
        <p:txBody>
          <a:bodyPr lIns="0" tIns="0" rIns="0" bIns="0"/>
          <a:lstStyle/>
          <a:p>
            <a:pPr eaLnBrk="0" hangingPunct="0">
              <a:lnSpc>
                <a:spcPct val="85000"/>
              </a:lnSpc>
            </a:pPr>
            <a:fld id="{6F24C0DE-9C08-4092-8C49-C3E30561736F}" type="slidenum">
              <a:rPr lang="de-DE" altLang="zh-CN" sz="1200">
                <a:solidFill>
                  <a:srgbClr val="000000"/>
                </a:solidFill>
                <a:latin typeface="FrutigerNext LT Bold"/>
                <a:ea typeface="MS PGothic" pitchFamily="34" charset="-128"/>
                <a:cs typeface="Arial" pitchFamily="34" charset="0"/>
              </a:rPr>
              <a:pPr eaLnBrk="0" hangingPunct="0">
                <a:lnSpc>
                  <a:spcPct val="85000"/>
                </a:lnSpc>
              </a:pPr>
              <a:t>‹#›</a:t>
            </a:fld>
            <a:endParaRPr lang="en-GB" altLang="zh-CN" sz="1200">
              <a:solidFill>
                <a:srgbClr val="000000"/>
              </a:solidFill>
              <a:latin typeface="FrutigerNext LT Bold"/>
              <a:ea typeface="MS PGothic" pitchFamily="34" charset="-128"/>
              <a:cs typeface="Arial" pitchFamily="34" charset="0"/>
            </a:endParaRPr>
          </a:p>
        </p:txBody>
      </p:sp>
    </p:spTree>
    <p:extLst>
      <p:ext uri="{BB962C8B-B14F-4D97-AF65-F5344CB8AC3E}">
        <p14:creationId xmlns:p14="http://schemas.microsoft.com/office/powerpoint/2010/main" val="2483382470"/>
      </p:ext>
    </p:extLst>
  </p:cSld>
  <p:clrMap bg1="lt1" tx1="dk1" bg2="lt2" tx2="dk2" accent1="accent1" accent2="accent2" accent3="accent3" accent4="accent4" accent5="accent5" accent6="accent6" hlink="hlink" folHlink="folHlink"/>
  <p:sldLayoutIdLst>
    <p:sldLayoutId id="2147484524" r:id="rId1"/>
    <p:sldLayoutId id="2147484526" r:id="rId2"/>
    <p:sldLayoutId id="2147484527" r:id="rId3"/>
    <p:sldLayoutId id="2147484528" r:id="rId4"/>
  </p:sldLayoutIdLst>
  <p:transition advTm="8000">
    <p:fade thruBlk="1"/>
  </p:transition>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2pPr>
      <a:lvl3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3pPr>
      <a:lvl4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4pPr>
      <a:lvl5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5" name="Rectangle 13"/>
          <p:cNvSpPr>
            <a:spLocks noGrp="1" noChangeArrowheads="1"/>
          </p:cNvSpPr>
          <p:nvPr>
            <p:ph type="title"/>
          </p:nvPr>
        </p:nvSpPr>
        <p:spPr bwMode="auto">
          <a:xfrm>
            <a:off x="1007895" y="357610"/>
            <a:ext cx="10179584" cy="87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09" rIns="106820" bIns="53409" numCol="1" anchor="ctr" anchorCtr="0" compatLnSpc="1">
            <a:prstTxWarp prst="textNoShape">
              <a:avLst/>
            </a:prstTxWarp>
          </a:bodyPr>
          <a:lstStyle/>
          <a:p>
            <a:pPr lvl="0"/>
            <a:r>
              <a:rPr lang="zh-CN" altLang="en-US" dirty="0"/>
              <a:t>单击此处编辑母版标题样式</a:t>
            </a:r>
          </a:p>
        </p:txBody>
      </p:sp>
      <p:sp>
        <p:nvSpPr>
          <p:cNvPr id="3076" name="Rectangle 68"/>
          <p:cNvSpPr>
            <a:spLocks noGrp="1" noChangeArrowheads="1"/>
          </p:cNvSpPr>
          <p:nvPr>
            <p:ph type="body" idx="1"/>
          </p:nvPr>
        </p:nvSpPr>
        <p:spPr bwMode="auto">
          <a:xfrm>
            <a:off x="1007796" y="1629841"/>
            <a:ext cx="10179584" cy="4193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37" tIns="53417" rIns="106837" bIns="53417"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1" name="Picture 87" descr="图片3副本"/>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035050" y="6309321"/>
            <a:ext cx="1747932" cy="4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副标题 2"/>
          <p:cNvSpPr txBox="1">
            <a:spLocks/>
          </p:cNvSpPr>
          <p:nvPr userDrawn="1"/>
        </p:nvSpPr>
        <p:spPr bwMode="auto">
          <a:xfrm>
            <a:off x="3663847" y="6363357"/>
            <a:ext cx="4867484" cy="391583"/>
          </a:xfrm>
          <a:prstGeom prst="rect">
            <a:avLst/>
          </a:prstGeom>
        </p:spPr>
        <p:txBody>
          <a:bodyPr lIns="118804" tIns="59401" rIns="118804" bIns="59401"/>
          <a:lstStyle>
            <a:lvl1pPr marL="342900" indent="-342900" algn="l" rtl="0" eaLnBrk="1" fontAlgn="base" hangingPunct="1">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a:solidFill>
                  <a:schemeClr val="tx1"/>
                </a:solidFill>
                <a:latin typeface="+mn-lt"/>
                <a:ea typeface="+mn-ea"/>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Font typeface="Arial" charset="0"/>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defRPr>
            </a:lvl9pPr>
          </a:lstStyle>
          <a:p>
            <a:pPr marL="0" indent="0" algn="ctr">
              <a:buFontTx/>
              <a:buNone/>
              <a:defRPr/>
            </a:pPr>
            <a:r>
              <a:rPr lang="en-US" altLang="zh-CN" sz="1559" b="0" dirty="0">
                <a:solidFill>
                  <a:srgbClr val="FFFFFF">
                    <a:lumMod val="50000"/>
                  </a:srgbClr>
                </a:solidFill>
              </a:rPr>
              <a:t>Huawei Confidential</a:t>
            </a: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43382" y="6296158"/>
            <a:ext cx="2707922" cy="49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 name="Rectangle 5"/>
          <p:cNvSpPr>
            <a:spLocks noChangeArrowheads="1"/>
          </p:cNvSpPr>
          <p:nvPr userDrawn="1"/>
        </p:nvSpPr>
        <p:spPr bwMode="auto">
          <a:xfrm>
            <a:off x="8492131" y="6504280"/>
            <a:ext cx="398929" cy="24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67" dirty="0">
                <a:solidFill>
                  <a:srgbClr val="000000">
                    <a:lumMod val="65000"/>
                    <a:lumOff val="35000"/>
                  </a:srgbClr>
                </a:solidFill>
                <a:latin typeface="FrutigerNext LT Bold" pitchFamily="34" charset="0"/>
                <a:ea typeface="MS PGothic" pitchFamily="34" charset="-128"/>
              </a:rPr>
              <a:t> </a:t>
            </a:r>
            <a:fld id="{A4C34F22-587E-473D-9099-376F4F013A30}" type="slidenum">
              <a:rPr lang="de-DE" altLang="zh-CN" sz="1267">
                <a:solidFill>
                  <a:srgbClr val="000000">
                    <a:lumMod val="65000"/>
                    <a:lumOff val="35000"/>
                  </a:srgbClr>
                </a:solidFill>
                <a:latin typeface="FrutigerNext LT Light" pitchFamily="34" charset="0"/>
                <a:ea typeface="MS PGothic" pitchFamily="34" charset="-128"/>
              </a:rPr>
              <a:pPr eaLnBrk="0" hangingPunct="0">
                <a:lnSpc>
                  <a:spcPct val="85000"/>
                </a:lnSpc>
              </a:pPr>
              <a:t>‹#›</a:t>
            </a:fld>
            <a:endParaRPr lang="en-GB" altLang="zh-CN" sz="1267" dirty="0">
              <a:solidFill>
                <a:srgbClr val="000000">
                  <a:lumMod val="65000"/>
                  <a:lumOff val="35000"/>
                </a:srgbClr>
              </a:solidFill>
              <a:latin typeface="FrutigerNext LT Light" pitchFamily="34" charset="0"/>
              <a:ea typeface="MS PGothic" pitchFamily="34" charset="-128"/>
            </a:endParaRPr>
          </a:p>
        </p:txBody>
      </p:sp>
    </p:spTree>
    <p:extLst>
      <p:ext uri="{BB962C8B-B14F-4D97-AF65-F5344CB8AC3E}">
        <p14:creationId xmlns:p14="http://schemas.microsoft.com/office/powerpoint/2010/main" val="1399256607"/>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4678" b="1">
          <a:solidFill>
            <a:srgbClr val="002060"/>
          </a:solidFill>
          <a:latin typeface="Arial" pitchFamily="34" charset="0"/>
          <a:ea typeface="微软雅黑" pitchFamily="34" charset="-122"/>
          <a:cs typeface="Arial" pitchFamily="34" charset="0"/>
        </a:defRPr>
      </a:lvl1pPr>
      <a:lvl2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2pPr>
      <a:lvl3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3pPr>
      <a:lvl4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4pPr>
      <a:lvl5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5pPr>
      <a:lvl6pPr marL="594012"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6pPr>
      <a:lvl7pPr marL="1188025"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7pPr>
      <a:lvl8pPr marL="1782037"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8pPr>
      <a:lvl9pPr marL="2376048"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9pPr>
    </p:titleStyle>
    <p:bodyStyle>
      <a:lvl1pPr marL="445509" indent="-445509" algn="l" rtl="0" eaLnBrk="0" fontAlgn="base" hangingPunct="0">
        <a:lnSpc>
          <a:spcPct val="140000"/>
        </a:lnSpc>
        <a:spcBef>
          <a:spcPct val="0"/>
        </a:spcBef>
        <a:spcAft>
          <a:spcPct val="0"/>
        </a:spcAft>
        <a:buClr>
          <a:srgbClr val="777777"/>
        </a:buClr>
        <a:buSzPct val="60000"/>
        <a:buFont typeface="Wingdings" charset="2"/>
        <a:buChar char="l"/>
        <a:defRPr sz="2631">
          <a:solidFill>
            <a:schemeClr val="tx1"/>
          </a:solidFill>
          <a:latin typeface="+mn-lt"/>
          <a:ea typeface="微软雅黑" pitchFamily="34" charset="-122"/>
          <a:cs typeface="+mn-cs"/>
        </a:defRPr>
      </a:lvl1pPr>
      <a:lvl2pPr marL="965270" indent="-371257" algn="l" rtl="0" eaLnBrk="0" fontAlgn="base" hangingPunct="0">
        <a:lnSpc>
          <a:spcPct val="140000"/>
        </a:lnSpc>
        <a:spcBef>
          <a:spcPct val="0"/>
        </a:spcBef>
        <a:spcAft>
          <a:spcPct val="0"/>
        </a:spcAft>
        <a:buSzPct val="50000"/>
        <a:buFont typeface="Wingdings" charset="2"/>
        <a:buChar char="p"/>
        <a:defRPr>
          <a:solidFill>
            <a:schemeClr val="tx1"/>
          </a:solidFill>
          <a:latin typeface="+mn-lt"/>
          <a:ea typeface="+mn-ea"/>
          <a:cs typeface="+mn-cs"/>
        </a:defRPr>
      </a:lvl2pPr>
      <a:lvl3pPr marL="1485030" indent="-297006" algn="l" rtl="0" eaLnBrk="0" fontAlgn="base" hangingPunct="0">
        <a:lnSpc>
          <a:spcPct val="140000"/>
        </a:lnSpc>
        <a:spcBef>
          <a:spcPct val="0"/>
        </a:spcBef>
        <a:spcAft>
          <a:spcPct val="0"/>
        </a:spcAft>
        <a:buSzPct val="50000"/>
        <a:buFont typeface="Wingdings" charset="2"/>
        <a:buChar char="n"/>
        <a:defRPr sz="2047">
          <a:solidFill>
            <a:schemeClr val="tx1"/>
          </a:solidFill>
          <a:latin typeface="+mn-lt"/>
          <a:ea typeface="+mn-ea"/>
          <a:cs typeface="+mn-cs"/>
        </a:defRPr>
      </a:lvl3pPr>
      <a:lvl4pPr marL="2079043" indent="-297006" algn="l" rtl="0" eaLnBrk="0" fontAlgn="base" hangingPunct="0">
        <a:lnSpc>
          <a:spcPct val="140000"/>
        </a:lnSpc>
        <a:spcBef>
          <a:spcPct val="0"/>
        </a:spcBef>
        <a:spcAft>
          <a:spcPct val="0"/>
        </a:spcAft>
        <a:buChar char="–"/>
        <a:defRPr sz="1852">
          <a:solidFill>
            <a:schemeClr val="tx1"/>
          </a:solidFill>
          <a:latin typeface="+mn-lt"/>
          <a:ea typeface="+mn-ea"/>
          <a:cs typeface="+mn-cs"/>
        </a:defRPr>
      </a:lvl4pPr>
      <a:lvl5pPr marL="2673055" indent="-297006" algn="l" rtl="0" eaLnBrk="0" fontAlgn="base" hangingPunct="0">
        <a:lnSpc>
          <a:spcPct val="140000"/>
        </a:lnSpc>
        <a:spcBef>
          <a:spcPct val="0"/>
        </a:spcBef>
        <a:spcAft>
          <a:spcPct val="0"/>
        </a:spcAft>
        <a:buFont typeface="Arial" charset="0"/>
        <a:buChar char="~"/>
        <a:defRPr sz="1559">
          <a:solidFill>
            <a:schemeClr val="tx1"/>
          </a:solidFill>
          <a:latin typeface="+mn-lt"/>
          <a:ea typeface="+mn-ea"/>
          <a:cs typeface="+mn-cs"/>
        </a:defRPr>
      </a:lvl5pPr>
      <a:lvl6pPr marL="3267067"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6pPr>
      <a:lvl7pPr marL="3861080"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7pPr>
      <a:lvl8pPr marL="4455092"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8pPr>
      <a:lvl9pPr marL="5049103"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9pPr>
    </p:bodyStyle>
    <p:otherStyle>
      <a:defPPr>
        <a:defRPr lang="zh-CN"/>
      </a:defPPr>
      <a:lvl1pPr marL="0" algn="l" defTabSz="1188025" rtl="0" eaLnBrk="1" latinLnBrk="0" hangingPunct="1">
        <a:defRPr sz="2339" kern="1200">
          <a:solidFill>
            <a:schemeClr val="tx1"/>
          </a:solidFill>
          <a:latin typeface="+mn-lt"/>
          <a:ea typeface="+mn-ea"/>
          <a:cs typeface="+mn-cs"/>
        </a:defRPr>
      </a:lvl1pPr>
      <a:lvl2pPr marL="594012" algn="l" defTabSz="1188025" rtl="0" eaLnBrk="1" latinLnBrk="0" hangingPunct="1">
        <a:defRPr sz="2339" kern="1200">
          <a:solidFill>
            <a:schemeClr val="tx1"/>
          </a:solidFill>
          <a:latin typeface="+mn-lt"/>
          <a:ea typeface="+mn-ea"/>
          <a:cs typeface="+mn-cs"/>
        </a:defRPr>
      </a:lvl2pPr>
      <a:lvl3pPr marL="1188025" algn="l" defTabSz="1188025" rtl="0" eaLnBrk="1" latinLnBrk="0" hangingPunct="1">
        <a:defRPr sz="2339" kern="1200">
          <a:solidFill>
            <a:schemeClr val="tx1"/>
          </a:solidFill>
          <a:latin typeface="+mn-lt"/>
          <a:ea typeface="+mn-ea"/>
          <a:cs typeface="+mn-cs"/>
        </a:defRPr>
      </a:lvl3pPr>
      <a:lvl4pPr marL="1782037" algn="l" defTabSz="1188025" rtl="0" eaLnBrk="1" latinLnBrk="0" hangingPunct="1">
        <a:defRPr sz="2339" kern="1200">
          <a:solidFill>
            <a:schemeClr val="tx1"/>
          </a:solidFill>
          <a:latin typeface="+mn-lt"/>
          <a:ea typeface="+mn-ea"/>
          <a:cs typeface="+mn-cs"/>
        </a:defRPr>
      </a:lvl4pPr>
      <a:lvl5pPr marL="2376048" algn="l" defTabSz="1188025" rtl="0" eaLnBrk="1" latinLnBrk="0" hangingPunct="1">
        <a:defRPr sz="2339" kern="1200">
          <a:solidFill>
            <a:schemeClr val="tx1"/>
          </a:solidFill>
          <a:latin typeface="+mn-lt"/>
          <a:ea typeface="+mn-ea"/>
          <a:cs typeface="+mn-cs"/>
        </a:defRPr>
      </a:lvl5pPr>
      <a:lvl6pPr marL="2970061" algn="l" defTabSz="1188025" rtl="0" eaLnBrk="1" latinLnBrk="0" hangingPunct="1">
        <a:defRPr sz="2339" kern="1200">
          <a:solidFill>
            <a:schemeClr val="tx1"/>
          </a:solidFill>
          <a:latin typeface="+mn-lt"/>
          <a:ea typeface="+mn-ea"/>
          <a:cs typeface="+mn-cs"/>
        </a:defRPr>
      </a:lvl6pPr>
      <a:lvl7pPr marL="3564073" algn="l" defTabSz="1188025" rtl="0" eaLnBrk="1" latinLnBrk="0" hangingPunct="1">
        <a:defRPr sz="2339" kern="1200">
          <a:solidFill>
            <a:schemeClr val="tx1"/>
          </a:solidFill>
          <a:latin typeface="+mn-lt"/>
          <a:ea typeface="+mn-ea"/>
          <a:cs typeface="+mn-cs"/>
        </a:defRPr>
      </a:lvl7pPr>
      <a:lvl8pPr marL="4158085" algn="l" defTabSz="1188025" rtl="0" eaLnBrk="1" latinLnBrk="0" hangingPunct="1">
        <a:defRPr sz="2339" kern="1200">
          <a:solidFill>
            <a:schemeClr val="tx1"/>
          </a:solidFill>
          <a:latin typeface="+mn-lt"/>
          <a:ea typeface="+mn-ea"/>
          <a:cs typeface="+mn-cs"/>
        </a:defRPr>
      </a:lvl8pPr>
      <a:lvl9pPr marL="4752098" algn="l" defTabSz="1188025" rtl="0" eaLnBrk="1" latinLnBrk="0" hangingPunct="1">
        <a:defRPr sz="2339"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79" descr="dd"/>
          <p:cNvPicPr>
            <a:picLocks noChangeAspect="1" noChangeArrowheads="1"/>
          </p:cNvPicPr>
          <p:nvPr/>
        </p:nvPicPr>
        <p:blipFill>
          <a:blip r:embed="rId14" cstate="print"/>
          <a:srcRect/>
          <a:stretch>
            <a:fillRect/>
          </a:stretch>
        </p:blipFill>
        <p:spPr bwMode="auto">
          <a:xfrm>
            <a:off x="1" y="6224597"/>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183" y="6438901"/>
            <a:ext cx="3483143"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000000"/>
                </a:solidFill>
                <a:latin typeface="FrutigerNext LT Bold" pitchFamily="1" charset="0"/>
                <a:ea typeface="ＭＳ Ｐゴシック" pitchFamily="34" charset="-128"/>
              </a:rPr>
              <a:t>HUAWEI TECHNOLOGIES CO., LTD.</a:t>
            </a:r>
            <a:endParaRPr lang="en-US" altLang="zh-CN" sz="2933" dirty="0">
              <a:solidFill>
                <a:srgbClr val="000000"/>
              </a:solidFill>
              <a:latin typeface="Arial" pitchFamily="34" charset="0"/>
              <a:ea typeface="ＭＳ Ｐゴシック" pitchFamily="34" charset="-128"/>
            </a:endParaRPr>
          </a:p>
        </p:txBody>
      </p:sp>
      <p:pic>
        <p:nvPicPr>
          <p:cNvPr id="4100" name="Picture 9" descr="8"/>
          <p:cNvPicPr>
            <a:picLocks noChangeAspect="1" noChangeArrowheads="1"/>
          </p:cNvPicPr>
          <p:nvPr/>
        </p:nvPicPr>
        <p:blipFill>
          <a:blip r:embed="rId15" cstate="print"/>
          <a:srcRect/>
          <a:stretch>
            <a:fillRect/>
          </a:stretch>
        </p:blipFill>
        <p:spPr bwMode="auto">
          <a:xfrm>
            <a:off x="10014468" y="6399245"/>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700" y="6489708"/>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600">
                <a:solidFill>
                  <a:schemeClr val="tx1"/>
                </a:solidFill>
                <a:latin typeface="FrutigerNext LT Bold" pitchFamily="1" charset="0"/>
              </a:defRPr>
            </a:lvl1pPr>
          </a:lstStyle>
          <a:p>
            <a:pPr defTabSz="1218584">
              <a:defRPr/>
            </a:pPr>
            <a:r>
              <a:rPr lang="de-DE" altLang="zh-CN">
                <a:solidFill>
                  <a:srgbClr val="000000"/>
                </a:solidFill>
                <a:ea typeface="ＭＳ Ｐゴシック" pitchFamily="34" charset="-128"/>
              </a:rPr>
              <a:t>Page </a:t>
            </a:r>
            <a:fld id="{296EF413-FFCC-4F7C-B608-3DF4449E18E8}" type="slidenum">
              <a:rPr lang="de-DE" altLang="zh-CN" smtClean="0">
                <a:solidFill>
                  <a:srgbClr val="000000"/>
                </a:solidFill>
                <a:ea typeface="ＭＳ Ｐゴシック" pitchFamily="34" charset="-128"/>
              </a:rPr>
              <a:pPr defTabSz="1218584">
                <a:defRPr/>
              </a:pPr>
              <a:t>‹#›</a:t>
            </a:fld>
            <a:endParaRPr lang="en-GB" altLang="zh-CN">
              <a:solidFill>
                <a:srgbClr val="000000"/>
              </a:solidFill>
              <a:ea typeface="ＭＳ Ｐゴシック" pitchFamily="34" charset="-128"/>
            </a:endParaRPr>
          </a:p>
        </p:txBody>
      </p:sp>
      <p:sp>
        <p:nvSpPr>
          <p:cNvPr id="4102" name="Rectangle 13"/>
          <p:cNvSpPr>
            <a:spLocks noGrp="1" noChangeArrowheads="1"/>
          </p:cNvSpPr>
          <p:nvPr>
            <p:ph type="title"/>
          </p:nvPr>
        </p:nvSpPr>
        <p:spPr bwMode="auto">
          <a:xfrm>
            <a:off x="870179" y="115892"/>
            <a:ext cx="10329905" cy="871537"/>
          </a:xfrm>
          <a:prstGeom prst="rect">
            <a:avLst/>
          </a:prstGeom>
          <a:noFill/>
          <a:ln w="9525">
            <a:noFill/>
            <a:miter lim="800000"/>
            <a:headEnd/>
            <a:tailEnd/>
          </a:ln>
        </p:spPr>
        <p:txBody>
          <a:bodyPr vert="horz" wrap="square" lIns="80100" tIns="40049" rIns="80100" bIns="4004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29" y="6438901"/>
            <a:ext cx="2196874" cy="353998"/>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600" dirty="0">
                <a:solidFill>
                  <a:srgbClr val="000000"/>
                </a:solidFill>
                <a:latin typeface="FrutigerNext LT Bold" pitchFamily="1" charset="0"/>
                <a:ea typeface="MS PGothic" pitchFamily="34" charset="-128"/>
              </a:rPr>
              <a:t>Huawei Confidential </a:t>
            </a:r>
          </a:p>
        </p:txBody>
      </p:sp>
      <p:sp>
        <p:nvSpPr>
          <p:cNvPr id="28694" name="Rectangle 22"/>
          <p:cNvSpPr>
            <a:spLocks noChangeArrowheads="1"/>
          </p:cNvSpPr>
          <p:nvPr/>
        </p:nvSpPr>
        <p:spPr bwMode="auto">
          <a:xfrm>
            <a:off x="-2544894" y="528643"/>
            <a:ext cx="2460207" cy="5307012"/>
          </a:xfrm>
          <a:prstGeom prst="rect">
            <a:avLst/>
          </a:prstGeom>
          <a:noFill/>
          <a:ln w="9525">
            <a:noFill/>
            <a:miter lim="800000"/>
            <a:headEnd/>
            <a:tailEnd/>
          </a:ln>
          <a:effectLst/>
        </p:spPr>
        <p:txBody>
          <a:bodyPr lIns="106780" tIns="53392" rIns="106780" bIns="53392"/>
          <a:lstStyle/>
          <a:p>
            <a:pPr algn="r" defTabSz="1068373">
              <a:lnSpc>
                <a:spcPct val="125000"/>
              </a:lnSpc>
              <a:buClr>
                <a:srgbClr val="777777"/>
              </a:buClr>
              <a:buSzPct val="60000"/>
              <a:buFont typeface="Wingdings" pitchFamily="2" charset="2"/>
              <a:buNone/>
              <a:defRPr/>
            </a:pPr>
            <a:r>
              <a:rPr lang="zh-CN" altLang="en-US" sz="1467" dirty="0">
                <a:solidFill>
                  <a:srgbClr val="FFFFFF"/>
                </a:solidFill>
              </a:rPr>
              <a:t>英文标题</a:t>
            </a:r>
            <a:r>
              <a:rPr lang="en-US" altLang="zh-CN" sz="1467" dirty="0">
                <a:solidFill>
                  <a:srgbClr val="FFFFFF"/>
                </a:solidFill>
              </a:rPr>
              <a:t>:32-35pt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 R153 G0 B0</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内部使用字体 </a:t>
            </a:r>
            <a:r>
              <a:rPr lang="en-US" altLang="zh-CN" sz="1467" dirty="0">
                <a:solidFill>
                  <a:srgbClr val="FFFFFF"/>
                </a:solidFill>
                <a:latin typeface="FrutigerNext LT Regular"/>
              </a:rPr>
              <a:t>:</a:t>
            </a:r>
          </a:p>
          <a:p>
            <a:pPr algn="r" defTabSz="1068373">
              <a:lnSpc>
                <a:spcPct val="125000"/>
              </a:lnSpc>
              <a:buClr>
                <a:srgbClr val="777777"/>
              </a:buClr>
              <a:buSzPct val="60000"/>
              <a:buFont typeface="Wingdings" pitchFamily="2" charset="2"/>
              <a:buNone/>
              <a:defRPr/>
            </a:pPr>
            <a:r>
              <a:rPr lang="en-US" altLang="zh-CN" sz="1467" dirty="0" err="1">
                <a:solidFill>
                  <a:srgbClr val="FFFFFF"/>
                </a:solidFill>
                <a:latin typeface="FrutigerNext LT Regular"/>
              </a:rPr>
              <a:t>FrutigerNext</a:t>
            </a:r>
            <a:r>
              <a:rPr lang="en-US" altLang="zh-CN" sz="1467" dirty="0">
                <a:solidFill>
                  <a:srgbClr val="FFFFFF"/>
                </a:solidFill>
                <a:latin typeface="FrutigerNext LT Regular"/>
              </a:rPr>
              <a:t> LT Medium</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外部使用字体 </a:t>
            </a:r>
            <a:r>
              <a:rPr lang="en-US" altLang="zh-CN" sz="1467" dirty="0">
                <a:solidFill>
                  <a:srgbClr val="FFFFFF"/>
                </a:solidFill>
                <a:latin typeface="FrutigerNext LT Regular"/>
              </a:rPr>
              <a:t>: Arial</a:t>
            </a:r>
          </a:p>
          <a:p>
            <a:pPr algn="r" defTabSz="1068373">
              <a:lnSpc>
                <a:spcPct val="7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中文标题</a:t>
            </a:r>
            <a:r>
              <a:rPr lang="en-US" altLang="zh-CN" sz="1467" dirty="0">
                <a:solidFill>
                  <a:srgbClr val="FFFFFF"/>
                </a:solidFill>
              </a:rPr>
              <a:t>:30-32pt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 R153 G0 B0</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黑体</a:t>
            </a: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英文正文</a:t>
            </a:r>
            <a:r>
              <a:rPr lang="en-US" altLang="zh-CN" sz="1467" dirty="0">
                <a:solidFill>
                  <a:srgbClr val="FFFFFF"/>
                </a:solidFill>
              </a:rPr>
              <a:t>:20-22pt</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子目录 </a:t>
            </a:r>
            <a:r>
              <a:rPr lang="en-US" altLang="zh-CN" sz="1467" dirty="0">
                <a:solidFill>
                  <a:srgbClr val="FFFFFF"/>
                </a:solidFill>
              </a:rPr>
              <a:t>(2-5</a:t>
            </a:r>
            <a:r>
              <a:rPr lang="zh-CN" altLang="en-US" sz="1467" dirty="0">
                <a:solidFill>
                  <a:srgbClr val="FFFFFF"/>
                </a:solidFill>
              </a:rPr>
              <a:t>级</a:t>
            </a:r>
            <a:r>
              <a:rPr lang="en-US" altLang="zh-CN" sz="1467" dirty="0">
                <a:solidFill>
                  <a:srgbClr val="FFFFFF"/>
                </a:solidFill>
              </a:rPr>
              <a:t>) :18pt  </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a:t>
            </a:r>
            <a:r>
              <a:rPr lang="zh-CN" altLang="en-US" sz="1467" dirty="0">
                <a:solidFill>
                  <a:srgbClr val="FFFFFF"/>
                </a:solidFill>
              </a:rPr>
              <a:t>黑色</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内部使用字体 </a:t>
            </a:r>
            <a:r>
              <a:rPr lang="en-US" altLang="zh-CN" sz="1467" dirty="0">
                <a:solidFill>
                  <a:srgbClr val="FFFFFF"/>
                </a:solidFill>
                <a:latin typeface="FrutigerNext LT Regular"/>
              </a:rPr>
              <a:t>:</a:t>
            </a:r>
          </a:p>
          <a:p>
            <a:pPr algn="r" defTabSz="1068373">
              <a:lnSpc>
                <a:spcPct val="125000"/>
              </a:lnSpc>
              <a:buClr>
                <a:srgbClr val="777777"/>
              </a:buClr>
              <a:buSzPct val="60000"/>
              <a:buFont typeface="Wingdings" pitchFamily="2" charset="2"/>
              <a:buNone/>
              <a:defRPr/>
            </a:pPr>
            <a:r>
              <a:rPr lang="en-US" altLang="zh-CN" sz="1467" dirty="0" err="1">
                <a:solidFill>
                  <a:srgbClr val="FFFFFF"/>
                </a:solidFill>
                <a:latin typeface="FrutigerNext LT Regular"/>
              </a:rPr>
              <a:t>FrutigerNext</a:t>
            </a:r>
            <a:r>
              <a:rPr lang="en-US" altLang="zh-CN" sz="1467" dirty="0">
                <a:solidFill>
                  <a:srgbClr val="FFFFFF"/>
                </a:solidFill>
                <a:latin typeface="FrutigerNext LT Regular"/>
              </a:rPr>
              <a:t> LT Regular</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外部使用字体 </a:t>
            </a:r>
            <a:r>
              <a:rPr lang="en-US" altLang="zh-CN" sz="1467" dirty="0">
                <a:solidFill>
                  <a:srgbClr val="FFFFFF"/>
                </a:solidFill>
                <a:latin typeface="FrutigerNext LT Regular"/>
              </a:rPr>
              <a:t>: Arial</a:t>
            </a:r>
          </a:p>
          <a:p>
            <a:pPr algn="r" defTabSz="1068373">
              <a:lnSpc>
                <a:spcPct val="7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中文正文</a:t>
            </a:r>
            <a:r>
              <a:rPr lang="en-US" altLang="zh-CN" sz="1467" dirty="0">
                <a:solidFill>
                  <a:srgbClr val="FFFFFF"/>
                </a:solidFill>
              </a:rPr>
              <a:t>:18-20pt</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子目录</a:t>
            </a:r>
            <a:r>
              <a:rPr lang="en-US" altLang="zh-CN" sz="1467" dirty="0">
                <a:solidFill>
                  <a:srgbClr val="FFFFFF"/>
                </a:solidFill>
              </a:rPr>
              <a:t>(2-5</a:t>
            </a:r>
            <a:r>
              <a:rPr lang="zh-CN" altLang="en-US" sz="1467" dirty="0">
                <a:solidFill>
                  <a:srgbClr val="FFFFFF"/>
                </a:solidFill>
              </a:rPr>
              <a:t>级</a:t>
            </a:r>
            <a:r>
              <a:rPr lang="en-US" altLang="zh-CN" sz="1467" dirty="0">
                <a:solidFill>
                  <a:srgbClr val="FFFFFF"/>
                </a:solidFill>
              </a:rPr>
              <a:t>):18pt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a:t>
            </a:r>
            <a:r>
              <a:rPr lang="zh-CN" altLang="en-US" sz="1467" dirty="0">
                <a:solidFill>
                  <a:srgbClr val="FFFFFF"/>
                </a:solidFill>
              </a:rPr>
              <a:t>黑色</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细黑体 </a:t>
            </a: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000000"/>
              </a:solidFill>
            </a:endParaRPr>
          </a:p>
        </p:txBody>
      </p:sp>
      <p:sp>
        <p:nvSpPr>
          <p:cNvPr id="28734" name="Rectangle 62"/>
          <p:cNvSpPr>
            <a:spLocks noChangeArrowheads="1"/>
          </p:cNvSpPr>
          <p:nvPr/>
        </p:nvSpPr>
        <p:spPr bwMode="auto">
          <a:xfrm>
            <a:off x="12269290" y="1423991"/>
            <a:ext cx="1399480" cy="2005012"/>
          </a:xfrm>
          <a:prstGeom prst="rect">
            <a:avLst/>
          </a:prstGeom>
          <a:noFill/>
          <a:ln w="9525">
            <a:noFill/>
            <a:miter lim="800000"/>
            <a:headEnd/>
            <a:tailEnd/>
          </a:ln>
          <a:effectLst/>
        </p:spPr>
        <p:txBody>
          <a:bodyPr lIns="106780" tIns="53392" rIns="106780" bIns="53392"/>
          <a:lstStyle/>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配色参考方案：</a:t>
            </a:r>
          </a:p>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建议同一页面内不超过四种颜色，以下是</a:t>
            </a:r>
            <a:r>
              <a:rPr lang="en-US" altLang="zh-CN" sz="1467" dirty="0">
                <a:solidFill>
                  <a:srgbClr val="FFFFFF"/>
                </a:solidFill>
                <a:latin typeface="华文细黑" pitchFamily="2" charset="-122"/>
              </a:rPr>
              <a:t>13</a:t>
            </a:r>
            <a:r>
              <a:rPr lang="zh-CN" altLang="en-US" sz="1467" dirty="0">
                <a:solidFill>
                  <a:srgbClr val="FFFFFF"/>
                </a:solidFill>
                <a:latin typeface="华文细黑" pitchFamily="2" charset="-122"/>
              </a:rPr>
              <a:t>组配色方案，同一页面内只选择一组使用。（仅供参考）</a:t>
            </a:r>
          </a:p>
          <a:p>
            <a:pPr defTabSz="1068373">
              <a:lnSpc>
                <a:spcPct val="125000"/>
              </a:lnSpc>
              <a:buClr>
                <a:srgbClr val="777777"/>
              </a:buClr>
              <a:buSzPct val="60000"/>
              <a:buFont typeface="Wingdings" pitchFamily="2" charset="2"/>
              <a:buNone/>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zh-CN" altLang="en-US" sz="1467" dirty="0">
              <a:solidFill>
                <a:srgbClr val="FFFFFF"/>
              </a:solidFill>
              <a:latin typeface="华文细黑" pitchFamily="2" charset="-122"/>
            </a:endParaRPr>
          </a:p>
        </p:txBody>
      </p:sp>
      <p:sp>
        <p:nvSpPr>
          <p:cNvPr id="28737" name="Rectangle 65"/>
          <p:cNvSpPr>
            <a:spLocks noChangeArrowheads="1"/>
          </p:cNvSpPr>
          <p:nvPr/>
        </p:nvSpPr>
        <p:spPr bwMode="auto">
          <a:xfrm>
            <a:off x="12269290" y="-61909"/>
            <a:ext cx="1399480" cy="838201"/>
          </a:xfrm>
          <a:prstGeom prst="rect">
            <a:avLst/>
          </a:prstGeom>
          <a:noFill/>
          <a:ln w="9525">
            <a:noFill/>
            <a:miter lim="800000"/>
            <a:headEnd/>
            <a:tailEnd/>
          </a:ln>
          <a:effectLst/>
        </p:spPr>
        <p:txBody>
          <a:bodyPr lIns="106780" tIns="53392" rIns="106780" bIns="53392"/>
          <a:lstStyle/>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客户或者合作伙伴的标志放在右上角</a:t>
            </a:r>
            <a:r>
              <a:rPr lang="en-US" altLang="zh-CN" sz="1467" dirty="0">
                <a:solidFill>
                  <a:srgbClr val="FFFFFF"/>
                </a:solidFill>
                <a:latin typeface="华文细黑" pitchFamily="2" charset="-122"/>
              </a:rPr>
              <a:t>.</a:t>
            </a:r>
          </a:p>
          <a:p>
            <a:pPr defTabSz="1068373">
              <a:lnSpc>
                <a:spcPct val="125000"/>
              </a:lnSpc>
              <a:buClr>
                <a:srgbClr val="777777"/>
              </a:buClr>
              <a:buSzPct val="60000"/>
              <a:buFont typeface="Wingdings" pitchFamily="2" charset="2"/>
              <a:buNone/>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zh-CN" altLang="en-US" sz="1467" dirty="0">
              <a:solidFill>
                <a:srgbClr val="FFFFFF"/>
              </a:solidFill>
              <a:latin typeface="华文细黑" pitchFamily="2" charset="-122"/>
            </a:endParaRPr>
          </a:p>
        </p:txBody>
      </p:sp>
      <p:sp>
        <p:nvSpPr>
          <p:cNvPr id="4107" name="Rectangle 68"/>
          <p:cNvSpPr>
            <a:spLocks noGrp="1" noChangeArrowheads="1"/>
          </p:cNvSpPr>
          <p:nvPr>
            <p:ph type="body" idx="1"/>
          </p:nvPr>
        </p:nvSpPr>
        <p:spPr bwMode="auto">
          <a:xfrm>
            <a:off x="870178" y="1641484"/>
            <a:ext cx="10575503" cy="4194175"/>
          </a:xfrm>
          <a:prstGeom prst="rect">
            <a:avLst/>
          </a:prstGeom>
          <a:noFill/>
          <a:ln w="9525">
            <a:noFill/>
            <a:miter lim="800000"/>
            <a:headEnd/>
            <a:tailEnd/>
          </a:ln>
        </p:spPr>
        <p:txBody>
          <a:bodyPr vert="horz" wrap="square" lIns="80113" tIns="40057" rIns="80113" bIns="40057"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9" y="4969281"/>
            <a:ext cx="1225868" cy="410359"/>
          </a:xfrm>
          <a:prstGeom prst="rect">
            <a:avLst/>
          </a:prstGeom>
          <a:solidFill>
            <a:schemeClr val="bg1"/>
          </a:solidFill>
          <a:ln w="9525" algn="ctr">
            <a:noFill/>
            <a:miter lim="800000"/>
            <a:headEnd/>
            <a:tailEnd/>
          </a:ln>
          <a:effectLst/>
        </p:spPr>
        <p:txBody>
          <a:bodyPr lIns="121847" tIns="60923" rIns="121847" bIns="60923" anchor="ctr">
            <a:spAutoFit/>
          </a:bodyPr>
          <a:lstStyle/>
          <a:p>
            <a:pPr defTabSz="1218584">
              <a:defRPr/>
            </a:pPr>
            <a:endParaRPr lang="zh-CN" altLang="en-US" sz="1867" dirty="0">
              <a:solidFill>
                <a:srgbClr val="FFFFFF"/>
              </a:solidFill>
              <a:latin typeface="FrutigerNext LT Regular"/>
              <a:ea typeface="ＭＳ Ｐゴシック" pitchFamily="34" charset="-128"/>
            </a:endParaRPr>
          </a:p>
        </p:txBody>
      </p:sp>
      <p:grpSp>
        <p:nvGrpSpPr>
          <p:cNvPr id="2" name="Group 81"/>
          <p:cNvGrpSpPr>
            <a:grpSpLocks/>
          </p:cNvGrpSpPr>
          <p:nvPr/>
        </p:nvGrpSpPr>
        <p:grpSpPr bwMode="auto">
          <a:xfrm>
            <a:off x="12476795" y="3789362"/>
            <a:ext cx="986624" cy="182563"/>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3" name="Group 86"/>
          <p:cNvGrpSpPr>
            <a:grpSpLocks/>
          </p:cNvGrpSpPr>
          <p:nvPr/>
        </p:nvGrpSpPr>
        <p:grpSpPr bwMode="auto">
          <a:xfrm>
            <a:off x="12476795" y="4005265"/>
            <a:ext cx="986624" cy="182563"/>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4" name="Group 91"/>
          <p:cNvGrpSpPr>
            <a:grpSpLocks/>
          </p:cNvGrpSpPr>
          <p:nvPr/>
        </p:nvGrpSpPr>
        <p:grpSpPr bwMode="auto">
          <a:xfrm>
            <a:off x="12476795" y="4221165"/>
            <a:ext cx="986624" cy="182563"/>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5" name="Group 96"/>
          <p:cNvGrpSpPr>
            <a:grpSpLocks/>
          </p:cNvGrpSpPr>
          <p:nvPr/>
        </p:nvGrpSpPr>
        <p:grpSpPr bwMode="auto">
          <a:xfrm>
            <a:off x="12476795" y="3573464"/>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6" name="Group 101"/>
          <p:cNvGrpSpPr>
            <a:grpSpLocks/>
          </p:cNvGrpSpPr>
          <p:nvPr/>
        </p:nvGrpSpPr>
        <p:grpSpPr bwMode="auto">
          <a:xfrm>
            <a:off x="12476795" y="4581533"/>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7" name="Group 106"/>
          <p:cNvGrpSpPr>
            <a:grpSpLocks/>
          </p:cNvGrpSpPr>
          <p:nvPr/>
        </p:nvGrpSpPr>
        <p:grpSpPr bwMode="auto">
          <a:xfrm>
            <a:off x="12476795" y="4797433"/>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8" name="Group 111"/>
          <p:cNvGrpSpPr>
            <a:grpSpLocks/>
          </p:cNvGrpSpPr>
          <p:nvPr/>
        </p:nvGrpSpPr>
        <p:grpSpPr bwMode="auto">
          <a:xfrm>
            <a:off x="12476795" y="5013333"/>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9" name="Group 116"/>
          <p:cNvGrpSpPr>
            <a:grpSpLocks/>
          </p:cNvGrpSpPr>
          <p:nvPr/>
        </p:nvGrpSpPr>
        <p:grpSpPr bwMode="auto">
          <a:xfrm>
            <a:off x="12476795" y="5373689"/>
            <a:ext cx="986624" cy="182563"/>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0" name="Group 121"/>
          <p:cNvGrpSpPr>
            <a:grpSpLocks/>
          </p:cNvGrpSpPr>
          <p:nvPr/>
        </p:nvGrpSpPr>
        <p:grpSpPr bwMode="auto">
          <a:xfrm>
            <a:off x="12476795" y="5589589"/>
            <a:ext cx="986624" cy="182563"/>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1" name="Group 126"/>
          <p:cNvGrpSpPr>
            <a:grpSpLocks/>
          </p:cNvGrpSpPr>
          <p:nvPr/>
        </p:nvGrpSpPr>
        <p:grpSpPr bwMode="auto">
          <a:xfrm>
            <a:off x="12476795" y="5805489"/>
            <a:ext cx="986624" cy="182563"/>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2" name="Group 131"/>
          <p:cNvGrpSpPr>
            <a:grpSpLocks/>
          </p:cNvGrpSpPr>
          <p:nvPr/>
        </p:nvGrpSpPr>
        <p:grpSpPr bwMode="auto">
          <a:xfrm>
            <a:off x="12476795" y="6165861"/>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3" name="Group 136"/>
          <p:cNvGrpSpPr>
            <a:grpSpLocks/>
          </p:cNvGrpSpPr>
          <p:nvPr/>
        </p:nvGrpSpPr>
        <p:grpSpPr bwMode="auto">
          <a:xfrm>
            <a:off x="12476795" y="6391285"/>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4" name="Group 141"/>
          <p:cNvGrpSpPr>
            <a:grpSpLocks/>
          </p:cNvGrpSpPr>
          <p:nvPr/>
        </p:nvGrpSpPr>
        <p:grpSpPr bwMode="auto">
          <a:xfrm>
            <a:off x="12476795" y="6615113"/>
            <a:ext cx="986624" cy="182563"/>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spTree>
    <p:extLst>
      <p:ext uri="{BB962C8B-B14F-4D97-AF65-F5344CB8AC3E}">
        <p14:creationId xmlns:p14="http://schemas.microsoft.com/office/powerpoint/2010/main" val="1365515252"/>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Lst>
  <p:hf sldNum="0" hdr="0" ftr="0"/>
  <p:txStyles>
    <p:titleStyle>
      <a:lvl1pPr algn="l" defTabSz="1068373" rtl="0" eaLnBrk="0" fontAlgn="base" hangingPunct="0">
        <a:spcBef>
          <a:spcPct val="0"/>
        </a:spcBef>
        <a:spcAft>
          <a:spcPct val="0"/>
        </a:spcAft>
        <a:defRPr sz="4000">
          <a:solidFill>
            <a:srgbClr val="990000"/>
          </a:solidFill>
          <a:latin typeface="+mj-lt"/>
          <a:ea typeface="黑体" pitchFamily="2" charset="-122"/>
          <a:cs typeface="+mj-cs"/>
        </a:defRPr>
      </a:lvl1pPr>
      <a:lvl2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2pPr>
      <a:lvl3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3pPr>
      <a:lvl4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4pPr>
      <a:lvl5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5pPr>
      <a:lvl6pPr marL="609279" algn="l" defTabSz="1068373" rtl="0" fontAlgn="base">
        <a:spcBef>
          <a:spcPct val="0"/>
        </a:spcBef>
        <a:spcAft>
          <a:spcPct val="0"/>
        </a:spcAft>
        <a:defRPr sz="4000">
          <a:solidFill>
            <a:srgbClr val="990000"/>
          </a:solidFill>
          <a:latin typeface="FrutigerNext LT Medium" pitchFamily="34" charset="0"/>
          <a:ea typeface="黑体" pitchFamily="2" charset="-122"/>
        </a:defRPr>
      </a:lvl6pPr>
      <a:lvl7pPr marL="1218584" algn="l" defTabSz="1068373" rtl="0" fontAlgn="base">
        <a:spcBef>
          <a:spcPct val="0"/>
        </a:spcBef>
        <a:spcAft>
          <a:spcPct val="0"/>
        </a:spcAft>
        <a:defRPr sz="4000">
          <a:solidFill>
            <a:srgbClr val="990000"/>
          </a:solidFill>
          <a:latin typeface="FrutigerNext LT Medium" pitchFamily="34" charset="0"/>
          <a:ea typeface="黑体" pitchFamily="2" charset="-122"/>
        </a:defRPr>
      </a:lvl7pPr>
      <a:lvl8pPr marL="1827873" algn="l" defTabSz="1068373" rtl="0" fontAlgn="base">
        <a:spcBef>
          <a:spcPct val="0"/>
        </a:spcBef>
        <a:spcAft>
          <a:spcPct val="0"/>
        </a:spcAft>
        <a:defRPr sz="4000">
          <a:solidFill>
            <a:srgbClr val="990000"/>
          </a:solidFill>
          <a:latin typeface="FrutigerNext LT Medium" pitchFamily="34" charset="0"/>
          <a:ea typeface="黑体" pitchFamily="2" charset="-122"/>
        </a:defRPr>
      </a:lvl8pPr>
      <a:lvl9pPr marL="2437170" algn="l" defTabSz="1068373" rtl="0" fontAlgn="base">
        <a:spcBef>
          <a:spcPct val="0"/>
        </a:spcBef>
        <a:spcAft>
          <a:spcPct val="0"/>
        </a:spcAft>
        <a:defRPr sz="4000">
          <a:solidFill>
            <a:srgbClr val="990000"/>
          </a:solidFill>
          <a:latin typeface="FrutigerNext LT Medium" pitchFamily="34" charset="0"/>
          <a:ea typeface="黑体" pitchFamily="2" charset="-122"/>
        </a:defRPr>
      </a:lvl9pPr>
    </p:titleStyle>
    <p:bodyStyle>
      <a:lvl1pPr marL="399847" indent="-399847" algn="l" defTabSz="1068373" rtl="0" eaLnBrk="0" fontAlgn="base" hangingPunct="0">
        <a:lnSpc>
          <a:spcPct val="140000"/>
        </a:lnSpc>
        <a:spcBef>
          <a:spcPct val="0"/>
        </a:spcBef>
        <a:spcAft>
          <a:spcPct val="0"/>
        </a:spcAft>
        <a:buClr>
          <a:schemeClr val="bg2"/>
        </a:buClr>
        <a:buSzPct val="60000"/>
        <a:buFont typeface="Wingdings" pitchFamily="2" charset="2"/>
        <a:buChar char="l"/>
        <a:defRPr sz="2667" b="1">
          <a:solidFill>
            <a:schemeClr val="tx1"/>
          </a:solidFill>
          <a:latin typeface="+mn-lt"/>
          <a:ea typeface="+mn-ea"/>
          <a:cs typeface="+mn-cs"/>
        </a:defRPr>
      </a:lvl1pPr>
      <a:lvl2pPr marL="869513" indent="-334268" algn="l" defTabSz="1068373"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337053" indent="-268681" algn="l" defTabSz="1068373" rtl="0" eaLnBrk="0" fontAlgn="base" hangingPunct="0">
        <a:lnSpc>
          <a:spcPct val="140000"/>
        </a:lnSpc>
        <a:spcBef>
          <a:spcPct val="0"/>
        </a:spcBef>
        <a:spcAft>
          <a:spcPct val="0"/>
        </a:spcAft>
        <a:buSzPct val="50000"/>
        <a:buFont typeface="Wingdings" pitchFamily="2" charset="2"/>
        <a:buChar char="n"/>
        <a:defRPr sz="2133">
          <a:solidFill>
            <a:schemeClr val="tx1"/>
          </a:solidFill>
          <a:latin typeface="FrutigerNext LT Light" pitchFamily="34" charset="0"/>
          <a:ea typeface="+mn-ea"/>
        </a:defRPr>
      </a:lvl3pPr>
      <a:lvl4pPr marL="1868065" indent="-266564" algn="l" defTabSz="1068373" rtl="0" eaLnBrk="0" fontAlgn="base" hangingPunct="0">
        <a:lnSpc>
          <a:spcPct val="140000"/>
        </a:lnSpc>
        <a:spcBef>
          <a:spcPct val="0"/>
        </a:spcBef>
        <a:spcAft>
          <a:spcPct val="0"/>
        </a:spcAft>
        <a:buChar char="–"/>
        <a:defRPr sz="1867">
          <a:solidFill>
            <a:schemeClr val="tx1"/>
          </a:solidFill>
          <a:latin typeface="+mj-lt"/>
          <a:ea typeface="+mn-ea"/>
        </a:defRPr>
      </a:lvl4pPr>
      <a:lvl5pPr marL="2403308" indent="-268681" algn="l" defTabSz="1068373" rtl="0" eaLnBrk="0" fontAlgn="base" hangingPunct="0">
        <a:lnSpc>
          <a:spcPct val="140000"/>
        </a:lnSpc>
        <a:spcBef>
          <a:spcPct val="0"/>
        </a:spcBef>
        <a:spcAft>
          <a:spcPct val="0"/>
        </a:spcAft>
        <a:buFont typeface="FrutigerNext LT Medium" pitchFamily="34" charset="0"/>
        <a:buChar char="~"/>
        <a:defRPr sz="1600">
          <a:solidFill>
            <a:schemeClr val="tx1"/>
          </a:solidFill>
          <a:latin typeface="+mj-lt"/>
          <a:ea typeface="+mn-ea"/>
        </a:defRPr>
      </a:lvl5pPr>
      <a:lvl6pPr marL="3012587"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6pPr>
      <a:lvl7pPr marL="3621884"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7pPr>
      <a:lvl8pPr marL="4231182"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8pPr>
      <a:lvl9pPr marL="4840478"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1218584" rtl="0" eaLnBrk="1" latinLnBrk="0" hangingPunct="1">
        <a:defRPr sz="2400" kern="1200">
          <a:solidFill>
            <a:schemeClr val="tx1"/>
          </a:solidFill>
          <a:latin typeface="+mn-lt"/>
          <a:ea typeface="+mn-ea"/>
          <a:cs typeface="+mn-cs"/>
        </a:defRPr>
      </a:lvl1pPr>
      <a:lvl2pPr marL="609279" algn="l" defTabSz="1218584" rtl="0" eaLnBrk="1" latinLnBrk="0" hangingPunct="1">
        <a:defRPr sz="2400" kern="1200">
          <a:solidFill>
            <a:schemeClr val="tx1"/>
          </a:solidFill>
          <a:latin typeface="+mn-lt"/>
          <a:ea typeface="+mn-ea"/>
          <a:cs typeface="+mn-cs"/>
        </a:defRPr>
      </a:lvl2pPr>
      <a:lvl3pPr marL="1218584" algn="l" defTabSz="1218584" rtl="0" eaLnBrk="1" latinLnBrk="0" hangingPunct="1">
        <a:defRPr sz="2400" kern="1200">
          <a:solidFill>
            <a:schemeClr val="tx1"/>
          </a:solidFill>
          <a:latin typeface="+mn-lt"/>
          <a:ea typeface="+mn-ea"/>
          <a:cs typeface="+mn-cs"/>
        </a:defRPr>
      </a:lvl3pPr>
      <a:lvl4pPr marL="1827873" algn="l" defTabSz="1218584" rtl="0" eaLnBrk="1" latinLnBrk="0" hangingPunct="1">
        <a:defRPr sz="2400" kern="1200">
          <a:solidFill>
            <a:schemeClr val="tx1"/>
          </a:solidFill>
          <a:latin typeface="+mn-lt"/>
          <a:ea typeface="+mn-ea"/>
          <a:cs typeface="+mn-cs"/>
        </a:defRPr>
      </a:lvl4pPr>
      <a:lvl5pPr marL="2437170" algn="l" defTabSz="1218584" rtl="0" eaLnBrk="1" latinLnBrk="0" hangingPunct="1">
        <a:defRPr sz="2400" kern="1200">
          <a:solidFill>
            <a:schemeClr val="tx1"/>
          </a:solidFill>
          <a:latin typeface="+mn-lt"/>
          <a:ea typeface="+mn-ea"/>
          <a:cs typeface="+mn-cs"/>
        </a:defRPr>
      </a:lvl5pPr>
      <a:lvl6pPr marL="3046449" algn="l" defTabSz="1218584" rtl="0" eaLnBrk="1" latinLnBrk="0" hangingPunct="1">
        <a:defRPr sz="2400" kern="1200">
          <a:solidFill>
            <a:schemeClr val="tx1"/>
          </a:solidFill>
          <a:latin typeface="+mn-lt"/>
          <a:ea typeface="+mn-ea"/>
          <a:cs typeface="+mn-cs"/>
        </a:defRPr>
      </a:lvl6pPr>
      <a:lvl7pPr marL="3655727" algn="l" defTabSz="1218584" rtl="0" eaLnBrk="1" latinLnBrk="0" hangingPunct="1">
        <a:defRPr sz="2400" kern="1200">
          <a:solidFill>
            <a:schemeClr val="tx1"/>
          </a:solidFill>
          <a:latin typeface="+mn-lt"/>
          <a:ea typeface="+mn-ea"/>
          <a:cs typeface="+mn-cs"/>
        </a:defRPr>
      </a:lvl7pPr>
      <a:lvl8pPr marL="4265024" algn="l" defTabSz="1218584" rtl="0" eaLnBrk="1" latinLnBrk="0" hangingPunct="1">
        <a:defRPr sz="2400" kern="1200">
          <a:solidFill>
            <a:schemeClr val="tx1"/>
          </a:solidFill>
          <a:latin typeface="+mn-lt"/>
          <a:ea typeface="+mn-ea"/>
          <a:cs typeface="+mn-cs"/>
        </a:defRPr>
      </a:lvl8pPr>
      <a:lvl9pPr marL="4874311" algn="l" defTabSz="1218584" rtl="0" eaLnBrk="1" latinLnBrk="0" hangingPunct="1">
        <a:defRPr sz="24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6224589"/>
            <a:ext cx="1220311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7" y="6438901"/>
            <a:ext cx="261370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200">
                <a:solidFill>
                  <a:srgbClr val="000000"/>
                </a:solidFill>
                <a:latin typeface="FrutigerNext LT Bold" panose="020B0803040504020204" pitchFamily="34" charset="0"/>
              </a:rPr>
              <a:t>HUAWEI TECHNOLOGIES CO., LTD.</a:t>
            </a:r>
            <a:endParaRPr lang="en-US" altLang="zh-CN" sz="220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14971" y="6399214"/>
            <a:ext cx="174829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4222" y="6669088"/>
            <a:ext cx="2796315" cy="455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sz="1200">
                <a:solidFill>
                  <a:schemeClr val="tx1"/>
                </a:solidFill>
                <a:latin typeface="FrutigerNext LT Bold" panose="020B0803040504020204" pitchFamily="34" charset="0"/>
              </a:defRPr>
            </a:lvl1pPr>
          </a:lstStyle>
          <a:p>
            <a:pPr eaLnBrk="0" hangingPunct="0">
              <a:defRPr/>
            </a:pPr>
            <a:r>
              <a:rPr lang="de-DE" altLang="zh-CN">
                <a:solidFill>
                  <a:srgbClr val="000000"/>
                </a:solidFill>
                <a:ea typeface="MS PGothic" panose="020B0600070205080204" pitchFamily="34" charset="-128"/>
              </a:rPr>
              <a:t>Page </a:t>
            </a:r>
            <a:fld id="{393C2855-DBEA-4997-AA7E-41374F88825F}" type="slidenum">
              <a:rPr lang="de-DE" altLang="zh-CN">
                <a:solidFill>
                  <a:srgbClr val="000000"/>
                </a:solidFill>
                <a:ea typeface="MS PGothic" panose="020B0600070205080204" pitchFamily="34" charset="-128"/>
              </a:rPr>
              <a:pPr eaLnBrk="0" hangingPunct="0">
                <a:defRPr/>
              </a:pPr>
              <a:t>‹#›</a:t>
            </a:fld>
            <a:endParaRPr lang="en-GB" altLang="zh-CN">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870177" y="115889"/>
            <a:ext cx="10329377"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1031" name="Rectangle 21"/>
          <p:cNvSpPr>
            <a:spLocks noChangeArrowheads="1"/>
          </p:cNvSpPr>
          <p:nvPr/>
        </p:nvSpPr>
        <p:spPr bwMode="auto">
          <a:xfrm>
            <a:off x="4177800" y="6438901"/>
            <a:ext cx="3777646"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000000"/>
                </a:solidFill>
              </a:rPr>
              <a:t>Huawei Proprietary - Restricted Distribution</a:t>
            </a:r>
            <a:endParaRPr lang="en-US" altLang="zh-CN" sz="1200" b="1">
              <a:solidFill>
                <a:srgbClr val="000000"/>
              </a:solidFill>
              <a:latin typeface="FrutigerNext LT Bold" panose="020B0803040504020204" pitchFamily="34" charset="0"/>
            </a:endParaRPr>
          </a:p>
        </p:txBody>
      </p:sp>
      <p:sp>
        <p:nvSpPr>
          <p:cNvPr id="1032" name="Rectangle 22"/>
          <p:cNvSpPr>
            <a:spLocks noChangeArrowheads="1"/>
          </p:cNvSpPr>
          <p:nvPr/>
        </p:nvSpPr>
        <p:spPr bwMode="auto">
          <a:xfrm>
            <a:off x="-2545425" y="528638"/>
            <a:ext cx="2461266" cy="530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英文标题</a:t>
            </a:r>
            <a:r>
              <a:rPr lang="en-US" altLang="zh-CN" sz="1100">
                <a:solidFill>
                  <a:srgbClr val="FFFFFF"/>
                </a:solidFill>
                <a:latin typeface="Arial" panose="020B0604020202020204" pitchFamily="34" charset="0"/>
                <a:ea typeface="华文细黑" panose="02010600040101010101" pitchFamily="2" charset="-122"/>
              </a:rPr>
              <a:t>:32-35pt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 R153 G0 B0</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内部使用字体 </a:t>
            </a:r>
            <a:r>
              <a:rPr lang="en-US" altLang="zh-CN" sz="1100">
                <a:solidFill>
                  <a:srgbClr val="FFFFFF"/>
                </a:solidFill>
                <a:ea typeface="华文细黑" panose="02010600040101010101" pitchFamily="2" charset="-122"/>
              </a:rPr>
              <a:t>:</a:t>
            </a:r>
          </a:p>
          <a:p>
            <a:pPr algn="r">
              <a:lnSpc>
                <a:spcPct val="125000"/>
              </a:lnSpc>
              <a:buClr>
                <a:srgbClr val="777777"/>
              </a:buClr>
              <a:buSzPct val="60000"/>
              <a:buFont typeface="Wingdings" panose="05000000000000000000" pitchFamily="2" charset="2"/>
              <a:buNone/>
              <a:defRPr/>
            </a:pPr>
            <a:r>
              <a:rPr lang="en-US" altLang="zh-CN" sz="1100">
                <a:solidFill>
                  <a:srgbClr val="FFFFFF"/>
                </a:solidFill>
                <a:ea typeface="华文细黑" panose="02010600040101010101" pitchFamily="2" charset="-122"/>
              </a:rPr>
              <a:t>FrutigerNext LT Medium</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外部使用字体 </a:t>
            </a:r>
            <a:r>
              <a:rPr lang="en-US" altLang="zh-CN" sz="1100">
                <a:solidFill>
                  <a:srgbClr val="FFFFFF"/>
                </a:solidFill>
                <a:ea typeface="华文细黑" panose="02010600040101010101" pitchFamily="2" charset="-122"/>
              </a:rPr>
              <a:t>: Arial</a:t>
            </a:r>
          </a:p>
          <a:p>
            <a:pPr algn="r">
              <a:lnSpc>
                <a:spcPct val="7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中文标题</a:t>
            </a:r>
            <a:r>
              <a:rPr lang="en-US" altLang="zh-CN" sz="1100">
                <a:solidFill>
                  <a:srgbClr val="FFFFFF"/>
                </a:solidFill>
                <a:latin typeface="Arial" panose="020B0604020202020204" pitchFamily="34" charset="0"/>
                <a:ea typeface="华文细黑" panose="02010600040101010101" pitchFamily="2" charset="-122"/>
              </a:rPr>
              <a:t>:30-32pt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 R153 G0 B0</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黑体</a:t>
            </a: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英文正文</a:t>
            </a:r>
            <a:r>
              <a:rPr lang="en-US" altLang="zh-CN" sz="1100">
                <a:solidFill>
                  <a:srgbClr val="FFFFFF"/>
                </a:solidFill>
                <a:latin typeface="Arial" panose="020B0604020202020204" pitchFamily="34" charset="0"/>
                <a:ea typeface="华文细黑" panose="02010600040101010101" pitchFamily="2" charset="-122"/>
              </a:rPr>
              <a:t>:20-22pt</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子目录 </a:t>
            </a:r>
            <a:r>
              <a:rPr lang="en-US" altLang="zh-CN" sz="1100">
                <a:solidFill>
                  <a:srgbClr val="FFFFFF"/>
                </a:solidFill>
                <a:latin typeface="Arial" panose="020B0604020202020204" pitchFamily="34" charset="0"/>
                <a:ea typeface="华文细黑" panose="02010600040101010101" pitchFamily="2" charset="-122"/>
              </a:rPr>
              <a:t>(2-5</a:t>
            </a:r>
            <a:r>
              <a:rPr lang="zh-CN" altLang="en-US" sz="1100">
                <a:solidFill>
                  <a:srgbClr val="FFFFFF"/>
                </a:solidFill>
                <a:latin typeface="Arial" panose="020B0604020202020204" pitchFamily="34" charset="0"/>
                <a:ea typeface="华文细黑" panose="02010600040101010101" pitchFamily="2" charset="-122"/>
              </a:rPr>
              <a:t>级</a:t>
            </a:r>
            <a:r>
              <a:rPr lang="en-US" altLang="zh-CN" sz="1100">
                <a:solidFill>
                  <a:srgbClr val="FFFFFF"/>
                </a:solidFill>
                <a:latin typeface="Arial" panose="020B0604020202020204" pitchFamily="34" charset="0"/>
                <a:ea typeface="华文细黑" panose="02010600040101010101" pitchFamily="2" charset="-122"/>
              </a:rPr>
              <a:t>) :18pt  </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黑色</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内部使用字体 </a:t>
            </a:r>
            <a:r>
              <a:rPr lang="en-US" altLang="zh-CN" sz="1100">
                <a:solidFill>
                  <a:srgbClr val="FFFFFF"/>
                </a:solidFill>
                <a:ea typeface="华文细黑" panose="02010600040101010101" pitchFamily="2" charset="-122"/>
              </a:rPr>
              <a:t>:</a:t>
            </a:r>
          </a:p>
          <a:p>
            <a:pPr algn="r">
              <a:lnSpc>
                <a:spcPct val="125000"/>
              </a:lnSpc>
              <a:buClr>
                <a:srgbClr val="777777"/>
              </a:buClr>
              <a:buSzPct val="60000"/>
              <a:buFont typeface="Wingdings" panose="05000000000000000000" pitchFamily="2" charset="2"/>
              <a:buNone/>
              <a:defRPr/>
            </a:pPr>
            <a:r>
              <a:rPr lang="en-US" altLang="zh-CN" sz="1100">
                <a:solidFill>
                  <a:srgbClr val="FFFFFF"/>
                </a:solidFill>
                <a:ea typeface="华文细黑" panose="02010600040101010101" pitchFamily="2" charset="-122"/>
              </a:rPr>
              <a:t>FrutigerNext LT Regular</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外部使用字体 </a:t>
            </a:r>
            <a:r>
              <a:rPr lang="en-US" altLang="zh-CN" sz="1100">
                <a:solidFill>
                  <a:srgbClr val="FFFFFF"/>
                </a:solidFill>
                <a:ea typeface="华文细黑" panose="02010600040101010101" pitchFamily="2" charset="-122"/>
              </a:rPr>
              <a:t>: Arial</a:t>
            </a:r>
          </a:p>
          <a:p>
            <a:pPr algn="r">
              <a:lnSpc>
                <a:spcPct val="7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中文正文</a:t>
            </a:r>
            <a:r>
              <a:rPr lang="en-US" altLang="zh-CN" sz="1100">
                <a:solidFill>
                  <a:srgbClr val="FFFFFF"/>
                </a:solidFill>
                <a:latin typeface="Arial" panose="020B0604020202020204" pitchFamily="34" charset="0"/>
                <a:ea typeface="华文细黑" panose="02010600040101010101" pitchFamily="2" charset="-122"/>
              </a:rPr>
              <a:t>:18-20pt</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子目录</a:t>
            </a:r>
            <a:r>
              <a:rPr lang="en-US" altLang="zh-CN" sz="1100">
                <a:solidFill>
                  <a:srgbClr val="FFFFFF"/>
                </a:solidFill>
                <a:latin typeface="Arial" panose="020B0604020202020204" pitchFamily="34" charset="0"/>
                <a:ea typeface="华文细黑" panose="02010600040101010101" pitchFamily="2" charset="-122"/>
              </a:rPr>
              <a:t>(2-5</a:t>
            </a:r>
            <a:r>
              <a:rPr lang="zh-CN" altLang="en-US" sz="1100">
                <a:solidFill>
                  <a:srgbClr val="FFFFFF"/>
                </a:solidFill>
                <a:latin typeface="Arial" panose="020B0604020202020204" pitchFamily="34" charset="0"/>
                <a:ea typeface="华文细黑" panose="02010600040101010101" pitchFamily="2" charset="-122"/>
              </a:rPr>
              <a:t>级</a:t>
            </a:r>
            <a:r>
              <a:rPr lang="en-US" altLang="zh-CN" sz="1100">
                <a:solidFill>
                  <a:srgbClr val="FFFFFF"/>
                </a:solidFill>
                <a:latin typeface="Arial" panose="020B0604020202020204" pitchFamily="34" charset="0"/>
                <a:ea typeface="华文细黑" panose="02010600040101010101" pitchFamily="2" charset="-122"/>
              </a:rPr>
              <a:t>):18pt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黑色</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细黑体 </a:t>
            </a: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808" y="1423988"/>
            <a:ext cx="1398951"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配色参考方案：</a:t>
            </a:r>
          </a:p>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a:solidFill>
                  <a:srgbClr val="FFFFFF"/>
                </a:solidFill>
                <a:latin typeface="华文细黑" panose="02010600040101010101" pitchFamily="2" charset="-122"/>
                <a:ea typeface="华文细黑" panose="02010600040101010101" pitchFamily="2" charset="-122"/>
              </a:rPr>
              <a:t>13</a:t>
            </a:r>
            <a:r>
              <a:rPr lang="zh-CN" altLang="en-US" sz="110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a:lnSpc>
                <a:spcPct val="125000"/>
              </a:lnSpc>
              <a:buClr>
                <a:srgbClr val="777777"/>
              </a:buClr>
              <a:buSzPct val="60000"/>
              <a:buFont typeface="Wingdings" panose="05000000000000000000" pitchFamily="2" charset="2"/>
              <a:buNone/>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zh-CN" altLang="en-US" sz="110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808" y="-61913"/>
            <a:ext cx="1398951"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a:solidFill>
                  <a:srgbClr val="FFFFFF"/>
                </a:solidFill>
                <a:latin typeface="华文细黑" panose="02010600040101010101" pitchFamily="2" charset="-122"/>
                <a:ea typeface="华文细黑" panose="02010600040101010101" pitchFamily="2" charset="-122"/>
              </a:rPr>
              <a:t>.</a:t>
            </a:r>
          </a:p>
          <a:p>
            <a:pPr>
              <a:lnSpc>
                <a:spcPct val="125000"/>
              </a:lnSpc>
              <a:buClr>
                <a:srgbClr val="777777"/>
              </a:buClr>
              <a:buSzPct val="60000"/>
              <a:buFont typeface="Wingdings" panose="05000000000000000000" pitchFamily="2" charset="2"/>
              <a:buNone/>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zh-CN" altLang="en-US" sz="110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475"/>
            <a:ext cx="10575503"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6" name="Rectangle 80"/>
          <p:cNvSpPr>
            <a:spLocks noChangeArrowheads="1"/>
          </p:cNvSpPr>
          <p:nvPr/>
        </p:nvSpPr>
        <p:spPr bwMode="auto">
          <a:xfrm>
            <a:off x="12361906" y="5021264"/>
            <a:ext cx="1225869" cy="30638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25" tIns="45712" rIns="91425" bIns="45712" anchor="ctr">
            <a:spAutoFit/>
          </a:bodyP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nvGrpSpPr>
          <p:cNvPr id="1037" name="Group 81"/>
          <p:cNvGrpSpPr>
            <a:grpSpLocks/>
          </p:cNvGrpSpPr>
          <p:nvPr/>
        </p:nvGrpSpPr>
        <p:grpSpPr bwMode="auto">
          <a:xfrm>
            <a:off x="12476237" y="3789363"/>
            <a:ext cx="987682" cy="182562"/>
            <a:chOff x="5893" y="2387"/>
            <a:chExt cx="466" cy="115"/>
          </a:xfrm>
        </p:grpSpPr>
        <p:sp>
          <p:nvSpPr>
            <p:cNvPr id="1098"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9"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100"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101"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38" name="Group 86"/>
          <p:cNvGrpSpPr>
            <a:grpSpLocks/>
          </p:cNvGrpSpPr>
          <p:nvPr/>
        </p:nvGrpSpPr>
        <p:grpSpPr bwMode="auto">
          <a:xfrm>
            <a:off x="12476237" y="4005263"/>
            <a:ext cx="987682" cy="182562"/>
            <a:chOff x="5893" y="2523"/>
            <a:chExt cx="466" cy="115"/>
          </a:xfrm>
        </p:grpSpPr>
        <p:sp>
          <p:nvSpPr>
            <p:cNvPr id="1094"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5"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6"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7"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39" name="Group 91"/>
          <p:cNvGrpSpPr>
            <a:grpSpLocks/>
          </p:cNvGrpSpPr>
          <p:nvPr/>
        </p:nvGrpSpPr>
        <p:grpSpPr bwMode="auto">
          <a:xfrm>
            <a:off x="12476237" y="4221163"/>
            <a:ext cx="987682" cy="182562"/>
            <a:chOff x="5893" y="2659"/>
            <a:chExt cx="466" cy="115"/>
          </a:xfrm>
        </p:grpSpPr>
        <p:sp>
          <p:nvSpPr>
            <p:cNvPr id="1090"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1"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2"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3"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0" name="Group 96"/>
          <p:cNvGrpSpPr>
            <a:grpSpLocks/>
          </p:cNvGrpSpPr>
          <p:nvPr/>
        </p:nvGrpSpPr>
        <p:grpSpPr bwMode="auto">
          <a:xfrm>
            <a:off x="12476237" y="3573463"/>
            <a:ext cx="987682" cy="188912"/>
            <a:chOff x="5893" y="2251"/>
            <a:chExt cx="466" cy="119"/>
          </a:xfrm>
        </p:grpSpPr>
        <p:sp>
          <p:nvSpPr>
            <p:cNvPr id="1086"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7"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8"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9"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1" name="Group 101"/>
          <p:cNvGrpSpPr>
            <a:grpSpLocks/>
          </p:cNvGrpSpPr>
          <p:nvPr/>
        </p:nvGrpSpPr>
        <p:grpSpPr bwMode="auto">
          <a:xfrm>
            <a:off x="12476237" y="4581526"/>
            <a:ext cx="987682" cy="182563"/>
            <a:chOff x="5893" y="2886"/>
            <a:chExt cx="466" cy="115"/>
          </a:xfrm>
        </p:grpSpPr>
        <p:sp>
          <p:nvSpPr>
            <p:cNvPr id="1082"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3"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4"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5"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2" name="Group 106"/>
          <p:cNvGrpSpPr>
            <a:grpSpLocks/>
          </p:cNvGrpSpPr>
          <p:nvPr/>
        </p:nvGrpSpPr>
        <p:grpSpPr bwMode="auto">
          <a:xfrm>
            <a:off x="12476237" y="4797426"/>
            <a:ext cx="987682" cy="182563"/>
            <a:chOff x="5893" y="3022"/>
            <a:chExt cx="466" cy="115"/>
          </a:xfrm>
        </p:grpSpPr>
        <p:sp>
          <p:nvSpPr>
            <p:cNvPr id="1078"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9"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0"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1"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3" name="Group 111"/>
          <p:cNvGrpSpPr>
            <a:grpSpLocks/>
          </p:cNvGrpSpPr>
          <p:nvPr/>
        </p:nvGrpSpPr>
        <p:grpSpPr bwMode="auto">
          <a:xfrm>
            <a:off x="12476237" y="5013326"/>
            <a:ext cx="987682" cy="182563"/>
            <a:chOff x="5893" y="3158"/>
            <a:chExt cx="466" cy="115"/>
          </a:xfrm>
        </p:grpSpPr>
        <p:sp>
          <p:nvSpPr>
            <p:cNvPr id="1074"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5"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6"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7"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4" name="Group 116"/>
          <p:cNvGrpSpPr>
            <a:grpSpLocks/>
          </p:cNvGrpSpPr>
          <p:nvPr/>
        </p:nvGrpSpPr>
        <p:grpSpPr bwMode="auto">
          <a:xfrm>
            <a:off x="12476237" y="5373688"/>
            <a:ext cx="987682" cy="182562"/>
            <a:chOff x="5893" y="3385"/>
            <a:chExt cx="466" cy="115"/>
          </a:xfrm>
        </p:grpSpPr>
        <p:sp>
          <p:nvSpPr>
            <p:cNvPr id="1070"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1"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2"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3"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5" name="Group 121"/>
          <p:cNvGrpSpPr>
            <a:grpSpLocks/>
          </p:cNvGrpSpPr>
          <p:nvPr/>
        </p:nvGrpSpPr>
        <p:grpSpPr bwMode="auto">
          <a:xfrm>
            <a:off x="12476237" y="5589588"/>
            <a:ext cx="987682" cy="182562"/>
            <a:chOff x="5893" y="3521"/>
            <a:chExt cx="466" cy="115"/>
          </a:xfrm>
        </p:grpSpPr>
        <p:sp>
          <p:nvSpPr>
            <p:cNvPr id="1066"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7"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8"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9"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6" name="Group 126"/>
          <p:cNvGrpSpPr>
            <a:grpSpLocks/>
          </p:cNvGrpSpPr>
          <p:nvPr/>
        </p:nvGrpSpPr>
        <p:grpSpPr bwMode="auto">
          <a:xfrm>
            <a:off x="12476237" y="5805488"/>
            <a:ext cx="987682" cy="182562"/>
            <a:chOff x="5893" y="3657"/>
            <a:chExt cx="466" cy="115"/>
          </a:xfrm>
        </p:grpSpPr>
        <p:sp>
          <p:nvSpPr>
            <p:cNvPr id="1062"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3"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4"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5"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7" name="Group 131"/>
          <p:cNvGrpSpPr>
            <a:grpSpLocks/>
          </p:cNvGrpSpPr>
          <p:nvPr/>
        </p:nvGrpSpPr>
        <p:grpSpPr bwMode="auto">
          <a:xfrm>
            <a:off x="12476237" y="6165851"/>
            <a:ext cx="987682" cy="182563"/>
            <a:chOff x="5893" y="3884"/>
            <a:chExt cx="466" cy="115"/>
          </a:xfrm>
        </p:grpSpPr>
        <p:sp>
          <p:nvSpPr>
            <p:cNvPr id="1058"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9"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0"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1"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8" name="Group 136"/>
          <p:cNvGrpSpPr>
            <a:grpSpLocks/>
          </p:cNvGrpSpPr>
          <p:nvPr/>
        </p:nvGrpSpPr>
        <p:grpSpPr bwMode="auto">
          <a:xfrm>
            <a:off x="12476237" y="6391276"/>
            <a:ext cx="987682" cy="182563"/>
            <a:chOff x="5893" y="4026"/>
            <a:chExt cx="466" cy="115"/>
          </a:xfrm>
        </p:grpSpPr>
        <p:sp>
          <p:nvSpPr>
            <p:cNvPr id="1054"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5"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6"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7"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9" name="Group 141"/>
          <p:cNvGrpSpPr>
            <a:grpSpLocks/>
          </p:cNvGrpSpPr>
          <p:nvPr/>
        </p:nvGrpSpPr>
        <p:grpSpPr bwMode="auto">
          <a:xfrm>
            <a:off x="12476237" y="6615113"/>
            <a:ext cx="987682" cy="182562"/>
            <a:chOff x="5893" y="4167"/>
            <a:chExt cx="466" cy="115"/>
          </a:xfrm>
        </p:grpSpPr>
        <p:sp>
          <p:nvSpPr>
            <p:cNvPr id="1050"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1"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2"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3"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spTree>
    <p:extLst>
      <p:ext uri="{BB962C8B-B14F-4D97-AF65-F5344CB8AC3E}">
        <p14:creationId xmlns:p14="http://schemas.microsoft.com/office/powerpoint/2010/main" val="1090016076"/>
      </p:ext>
    </p:extLst>
  </p:cSld>
  <p:clrMap bg1="lt1" tx1="dk1" bg2="lt2" tx2="dk2" accent1="accent1" accent2="accent2" accent3="accent3" accent4="accent4" accent5="accent5" accent6="accent6" hlink="hlink" folHlink="folHlink"/>
  <p:sldLayoutIdLst>
    <p:sldLayoutId id="2147484546" r:id="rId1"/>
    <p:sldLayoutId id="2147484547" r:id="rId2"/>
    <p:sldLayoutId id="2147484548" r:id="rId3"/>
    <p:sldLayoutId id="2147484549" r:id="rId4"/>
    <p:sldLayoutId id="2147484550" r:id="rId5"/>
    <p:sldLayoutId id="2147484551" r:id="rId6"/>
    <p:sldLayoutId id="2147484552" r:id="rId7"/>
  </p:sldLayoutIdLst>
  <p:hf sldNum="0" hdr="0" ftr="0"/>
  <p:txStyles>
    <p:titleStyle>
      <a:lvl1pPr algn="l" defTabSz="801688" rtl="0" eaLnBrk="0" fontAlgn="base" hangingPunct="0">
        <a:spcBef>
          <a:spcPct val="0"/>
        </a:spcBef>
        <a:spcAft>
          <a:spcPct val="0"/>
        </a:spcAft>
        <a:defRPr sz="3100" b="1">
          <a:solidFill>
            <a:srgbClr val="990000"/>
          </a:solidFill>
          <a:latin typeface="+mj-lt"/>
          <a:ea typeface="+mj-ea"/>
          <a:cs typeface="+mj-cs"/>
        </a:defRPr>
      </a:lvl1pPr>
      <a:lvl2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2pPr>
      <a:lvl3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3pPr>
      <a:lvl4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4pPr>
      <a:lvl5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5pPr>
      <a:lvl6pPr marL="457200" algn="l" defTabSz="801688" rtl="0" fontAlgn="base">
        <a:spcBef>
          <a:spcPct val="0"/>
        </a:spcBef>
        <a:spcAft>
          <a:spcPct val="0"/>
        </a:spcAft>
        <a:defRPr sz="3100" b="1">
          <a:solidFill>
            <a:srgbClr val="990000"/>
          </a:solidFill>
          <a:latin typeface="FrutigerNext LT Regular" pitchFamily="34" charset="0"/>
          <a:ea typeface="黑体" pitchFamily="2" charset="-122"/>
        </a:defRPr>
      </a:lvl6pPr>
      <a:lvl7pPr marL="914400" algn="l" defTabSz="801688" rtl="0" fontAlgn="base">
        <a:spcBef>
          <a:spcPct val="0"/>
        </a:spcBef>
        <a:spcAft>
          <a:spcPct val="0"/>
        </a:spcAft>
        <a:defRPr sz="3100" b="1">
          <a:solidFill>
            <a:srgbClr val="990000"/>
          </a:solidFill>
          <a:latin typeface="FrutigerNext LT Regular" pitchFamily="34" charset="0"/>
          <a:ea typeface="黑体" pitchFamily="2" charset="-122"/>
        </a:defRPr>
      </a:lvl7pPr>
      <a:lvl8pPr marL="1371600" algn="l" defTabSz="801688" rtl="0" fontAlgn="base">
        <a:spcBef>
          <a:spcPct val="0"/>
        </a:spcBef>
        <a:spcAft>
          <a:spcPct val="0"/>
        </a:spcAft>
        <a:defRPr sz="3100" b="1">
          <a:solidFill>
            <a:srgbClr val="990000"/>
          </a:solidFill>
          <a:latin typeface="FrutigerNext LT Regular" pitchFamily="34" charset="0"/>
          <a:ea typeface="黑体" pitchFamily="2" charset="-122"/>
        </a:defRPr>
      </a:lvl8pPr>
      <a:lvl9pPr marL="1828800" algn="l" defTabSz="801688" rtl="0" fontAlgn="base">
        <a:spcBef>
          <a:spcPct val="0"/>
        </a:spcBef>
        <a:spcAft>
          <a:spcPct val="0"/>
        </a:spcAft>
        <a:defRPr sz="3100" b="1">
          <a:solidFill>
            <a:srgbClr val="990000"/>
          </a:solidFill>
          <a:latin typeface="FrutigerNext LT Regular"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FrutigerNext LT Medium" pitchFamily="34" charset="0"/>
          <a:ea typeface="+mn-ea"/>
        </a:defRPr>
      </a:lvl4pPr>
      <a:lvl5pPr marL="1803400" indent="-201613" algn="l" defTabSz="80168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FrutigerNext LT Medium" pitchFamily="34" charset="0"/>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13"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14"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14"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14"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15"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293467356"/>
      </p:ext>
    </p:extLst>
  </p:cSld>
  <p:clrMap bg1="lt1" tx1="dk1" bg2="lt2" tx2="dk2" accent1="accent1" accent2="accent2" accent3="accent3" accent4="accent4" accent5="accent5" accent6="accent6" hlink="hlink" folHlink="folHlink"/>
  <p:sldLayoutIdLst>
    <p:sldLayoutId id="2147484567" r:id="rId1"/>
    <p:sldLayoutId id="2147484568" r:id="rId2"/>
    <p:sldLayoutId id="2147484569" r:id="rId3"/>
    <p:sldLayoutId id="2147484570" r:id="rId4"/>
    <p:sldLayoutId id="2147484571" r:id="rId5"/>
    <p:sldLayoutId id="2147484573" r:id="rId6"/>
    <p:sldLayoutId id="2147484574" r:id="rId7"/>
    <p:sldLayoutId id="2147484575" r:id="rId8"/>
    <p:sldLayoutId id="2147484576" r:id="rId9"/>
    <p:sldLayoutId id="2147484577" r:id="rId10"/>
    <p:sldLayoutId id="2147484578" r:id="rId11"/>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5" name="Rectangle 13"/>
          <p:cNvSpPr>
            <a:spLocks noGrp="1" noChangeArrowheads="1"/>
          </p:cNvSpPr>
          <p:nvPr>
            <p:ph type="title"/>
          </p:nvPr>
        </p:nvSpPr>
        <p:spPr bwMode="auto">
          <a:xfrm>
            <a:off x="1007896" y="357611"/>
            <a:ext cx="10179584" cy="87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09" rIns="106820" bIns="53409" numCol="1" anchor="ctr" anchorCtr="0" compatLnSpc="1">
            <a:prstTxWarp prst="textNoShape">
              <a:avLst/>
            </a:prstTxWarp>
          </a:bodyPr>
          <a:lstStyle/>
          <a:p>
            <a:pPr lvl="0"/>
            <a:r>
              <a:rPr lang="zh-CN" altLang="en-US" dirty="0"/>
              <a:t>单击此处编辑母版标题样式</a:t>
            </a:r>
          </a:p>
        </p:txBody>
      </p:sp>
      <p:sp>
        <p:nvSpPr>
          <p:cNvPr id="3076" name="Rectangle 68"/>
          <p:cNvSpPr>
            <a:spLocks noGrp="1" noChangeArrowheads="1"/>
          </p:cNvSpPr>
          <p:nvPr>
            <p:ph type="body" idx="1"/>
          </p:nvPr>
        </p:nvSpPr>
        <p:spPr bwMode="auto">
          <a:xfrm>
            <a:off x="1007796" y="1629841"/>
            <a:ext cx="10179584" cy="4193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37" tIns="53417" rIns="106837" bIns="53417"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1" name="Picture 87" descr="图片3副本"/>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035050" y="6309322"/>
            <a:ext cx="1747932" cy="4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副标题 2"/>
          <p:cNvSpPr txBox="1">
            <a:spLocks/>
          </p:cNvSpPr>
          <p:nvPr userDrawn="1"/>
        </p:nvSpPr>
        <p:spPr bwMode="auto">
          <a:xfrm>
            <a:off x="3663848" y="6363358"/>
            <a:ext cx="4867484" cy="391583"/>
          </a:xfrm>
          <a:prstGeom prst="rect">
            <a:avLst/>
          </a:prstGeom>
        </p:spPr>
        <p:txBody>
          <a:bodyPr lIns="118804" tIns="59401" rIns="118804" bIns="59401"/>
          <a:lstStyle>
            <a:lvl1pPr marL="342900" indent="-342900" algn="l" rtl="0" eaLnBrk="1" fontAlgn="base" hangingPunct="1">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a:solidFill>
                  <a:schemeClr val="tx1"/>
                </a:solidFill>
                <a:latin typeface="+mn-lt"/>
                <a:ea typeface="+mn-ea"/>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Font typeface="Arial" charset="0"/>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defRPr>
            </a:lvl9pPr>
          </a:lstStyle>
          <a:p>
            <a:pPr marL="0" indent="0" algn="ctr">
              <a:buFontTx/>
              <a:buNone/>
              <a:defRPr/>
            </a:pPr>
            <a:r>
              <a:rPr lang="en-US" altLang="zh-CN" sz="1559" b="0" dirty="0">
                <a:solidFill>
                  <a:srgbClr val="FFFFFF">
                    <a:lumMod val="50000"/>
                  </a:srgbClr>
                </a:solidFill>
              </a:rPr>
              <a:t>Huawei Confidential</a:t>
            </a:r>
          </a:p>
        </p:txBody>
      </p:sp>
      <p:pic>
        <p:nvPicPr>
          <p:cNvPr id="1026"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43383" y="6296159"/>
            <a:ext cx="2707922" cy="49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 name="Rectangle 5"/>
          <p:cNvSpPr>
            <a:spLocks noChangeArrowheads="1"/>
          </p:cNvSpPr>
          <p:nvPr userDrawn="1"/>
        </p:nvSpPr>
        <p:spPr bwMode="auto">
          <a:xfrm>
            <a:off x="8492132" y="6504281"/>
            <a:ext cx="398929" cy="24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67" dirty="0">
                <a:solidFill>
                  <a:srgbClr val="000000">
                    <a:lumMod val="65000"/>
                    <a:lumOff val="35000"/>
                  </a:srgbClr>
                </a:solidFill>
                <a:latin typeface="FrutigerNext LT Bold" pitchFamily="34" charset="0"/>
                <a:ea typeface="MS PGothic" panose="020B0600070205080204" pitchFamily="34" charset="-128"/>
              </a:rPr>
              <a:t> </a:t>
            </a:r>
            <a:fld id="{A4C34F22-587E-473D-9099-376F4F013A30}" type="slidenum">
              <a:rPr lang="de-DE" altLang="zh-CN" sz="1267">
                <a:solidFill>
                  <a:srgbClr val="000000">
                    <a:lumMod val="65000"/>
                    <a:lumOff val="35000"/>
                  </a:srgbClr>
                </a:solidFill>
                <a:latin typeface="FrutigerNext LT Light" pitchFamily="34" charset="0"/>
                <a:ea typeface="MS PGothic" panose="020B0600070205080204" pitchFamily="34" charset="-128"/>
              </a:rPr>
              <a:pPr eaLnBrk="0" hangingPunct="0">
                <a:lnSpc>
                  <a:spcPct val="85000"/>
                </a:lnSpc>
              </a:pPr>
              <a:t>‹#›</a:t>
            </a:fld>
            <a:endParaRPr lang="en-GB" altLang="zh-CN" sz="1267" dirty="0">
              <a:solidFill>
                <a:srgbClr val="000000">
                  <a:lumMod val="65000"/>
                  <a:lumOff val="35000"/>
                </a:srgbClr>
              </a:solidFill>
              <a:latin typeface="FrutigerNext LT Light" pitchFamily="34" charset="0"/>
              <a:ea typeface="MS PGothic" panose="020B0600070205080204" pitchFamily="34" charset="-128"/>
            </a:endParaRPr>
          </a:p>
        </p:txBody>
      </p:sp>
    </p:spTree>
    <p:extLst>
      <p:ext uri="{BB962C8B-B14F-4D97-AF65-F5344CB8AC3E}">
        <p14:creationId xmlns:p14="http://schemas.microsoft.com/office/powerpoint/2010/main" val="1870038974"/>
      </p:ext>
    </p:extLst>
  </p:cSld>
  <p:clrMap bg1="lt1" tx1="dk1" bg2="lt2" tx2="dk2" accent1="accent1" accent2="accent2" accent3="accent3" accent4="accent4" accent5="accent5" accent6="accent6" hlink="hlink" folHlink="folHlink"/>
  <p:sldLayoutIdLst>
    <p:sldLayoutId id="2147484580" r:id="rId1"/>
    <p:sldLayoutId id="2147484582" r:id="rId2"/>
  </p:sldLayoutIdLst>
  <p:transition advClick="0" advTm="8000">
    <p:fade thruBlk="1"/>
  </p:transition>
  <p:txStyles>
    <p:titleStyle>
      <a:lvl1pPr algn="l" rtl="0" eaLnBrk="0" fontAlgn="base" hangingPunct="0">
        <a:spcBef>
          <a:spcPct val="0"/>
        </a:spcBef>
        <a:spcAft>
          <a:spcPct val="0"/>
        </a:spcAft>
        <a:defRPr sz="4678" b="1">
          <a:solidFill>
            <a:srgbClr val="002060"/>
          </a:solidFill>
          <a:latin typeface="Arial" pitchFamily="34" charset="0"/>
          <a:ea typeface="微软雅黑" pitchFamily="34" charset="-122"/>
          <a:cs typeface="Arial" pitchFamily="34" charset="0"/>
        </a:defRPr>
      </a:lvl1pPr>
      <a:lvl2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2pPr>
      <a:lvl3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3pPr>
      <a:lvl4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4pPr>
      <a:lvl5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5pPr>
      <a:lvl6pPr marL="594012"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6pPr>
      <a:lvl7pPr marL="1188025"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7pPr>
      <a:lvl8pPr marL="1782037"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8pPr>
      <a:lvl9pPr marL="2376048"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9pPr>
    </p:titleStyle>
    <p:bodyStyle>
      <a:lvl1pPr marL="445509" indent="-445509" algn="l" rtl="0" eaLnBrk="0" fontAlgn="base" hangingPunct="0">
        <a:lnSpc>
          <a:spcPct val="140000"/>
        </a:lnSpc>
        <a:spcBef>
          <a:spcPct val="0"/>
        </a:spcBef>
        <a:spcAft>
          <a:spcPct val="0"/>
        </a:spcAft>
        <a:buClr>
          <a:srgbClr val="777777"/>
        </a:buClr>
        <a:buSzPct val="60000"/>
        <a:buFont typeface="Wingdings" charset="2"/>
        <a:buChar char="l"/>
        <a:defRPr sz="2631">
          <a:solidFill>
            <a:schemeClr val="tx1"/>
          </a:solidFill>
          <a:latin typeface="+mn-lt"/>
          <a:ea typeface="微软雅黑" pitchFamily="34" charset="-122"/>
          <a:cs typeface="+mn-cs"/>
        </a:defRPr>
      </a:lvl1pPr>
      <a:lvl2pPr marL="965270" indent="-371257" algn="l" rtl="0" eaLnBrk="0" fontAlgn="base" hangingPunct="0">
        <a:lnSpc>
          <a:spcPct val="140000"/>
        </a:lnSpc>
        <a:spcBef>
          <a:spcPct val="0"/>
        </a:spcBef>
        <a:spcAft>
          <a:spcPct val="0"/>
        </a:spcAft>
        <a:buSzPct val="50000"/>
        <a:buFont typeface="Wingdings" charset="2"/>
        <a:buChar char="p"/>
        <a:defRPr>
          <a:solidFill>
            <a:schemeClr val="tx1"/>
          </a:solidFill>
          <a:latin typeface="+mn-lt"/>
          <a:ea typeface="+mn-ea"/>
          <a:cs typeface="+mn-cs"/>
        </a:defRPr>
      </a:lvl2pPr>
      <a:lvl3pPr marL="1485030" indent="-297006" algn="l" rtl="0" eaLnBrk="0" fontAlgn="base" hangingPunct="0">
        <a:lnSpc>
          <a:spcPct val="140000"/>
        </a:lnSpc>
        <a:spcBef>
          <a:spcPct val="0"/>
        </a:spcBef>
        <a:spcAft>
          <a:spcPct val="0"/>
        </a:spcAft>
        <a:buSzPct val="50000"/>
        <a:buFont typeface="Wingdings" charset="2"/>
        <a:buChar char="n"/>
        <a:defRPr sz="2047">
          <a:solidFill>
            <a:schemeClr val="tx1"/>
          </a:solidFill>
          <a:latin typeface="+mn-lt"/>
          <a:ea typeface="+mn-ea"/>
          <a:cs typeface="+mn-cs"/>
        </a:defRPr>
      </a:lvl3pPr>
      <a:lvl4pPr marL="2079043" indent="-297006" algn="l" rtl="0" eaLnBrk="0" fontAlgn="base" hangingPunct="0">
        <a:lnSpc>
          <a:spcPct val="140000"/>
        </a:lnSpc>
        <a:spcBef>
          <a:spcPct val="0"/>
        </a:spcBef>
        <a:spcAft>
          <a:spcPct val="0"/>
        </a:spcAft>
        <a:buChar char="–"/>
        <a:defRPr sz="1852">
          <a:solidFill>
            <a:schemeClr val="tx1"/>
          </a:solidFill>
          <a:latin typeface="+mn-lt"/>
          <a:ea typeface="+mn-ea"/>
          <a:cs typeface="+mn-cs"/>
        </a:defRPr>
      </a:lvl4pPr>
      <a:lvl5pPr marL="2673055" indent="-297006" algn="l" rtl="0" eaLnBrk="0" fontAlgn="base" hangingPunct="0">
        <a:lnSpc>
          <a:spcPct val="140000"/>
        </a:lnSpc>
        <a:spcBef>
          <a:spcPct val="0"/>
        </a:spcBef>
        <a:spcAft>
          <a:spcPct val="0"/>
        </a:spcAft>
        <a:buFont typeface="Arial" charset="0"/>
        <a:buChar char="~"/>
        <a:defRPr sz="1559">
          <a:solidFill>
            <a:schemeClr val="tx1"/>
          </a:solidFill>
          <a:latin typeface="+mn-lt"/>
          <a:ea typeface="+mn-ea"/>
          <a:cs typeface="+mn-cs"/>
        </a:defRPr>
      </a:lvl5pPr>
      <a:lvl6pPr marL="3267067"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6pPr>
      <a:lvl7pPr marL="3861080"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7pPr>
      <a:lvl8pPr marL="4455092"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8pPr>
      <a:lvl9pPr marL="5049103"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9pPr>
    </p:bodyStyle>
    <p:otherStyle>
      <a:defPPr>
        <a:defRPr lang="zh-CN"/>
      </a:defPPr>
      <a:lvl1pPr marL="0" algn="l" defTabSz="1188025" rtl="0" eaLnBrk="1" latinLnBrk="0" hangingPunct="1">
        <a:defRPr sz="2339" kern="1200">
          <a:solidFill>
            <a:schemeClr val="tx1"/>
          </a:solidFill>
          <a:latin typeface="+mn-lt"/>
          <a:ea typeface="+mn-ea"/>
          <a:cs typeface="+mn-cs"/>
        </a:defRPr>
      </a:lvl1pPr>
      <a:lvl2pPr marL="594012" algn="l" defTabSz="1188025" rtl="0" eaLnBrk="1" latinLnBrk="0" hangingPunct="1">
        <a:defRPr sz="2339" kern="1200">
          <a:solidFill>
            <a:schemeClr val="tx1"/>
          </a:solidFill>
          <a:latin typeface="+mn-lt"/>
          <a:ea typeface="+mn-ea"/>
          <a:cs typeface="+mn-cs"/>
        </a:defRPr>
      </a:lvl2pPr>
      <a:lvl3pPr marL="1188025" algn="l" defTabSz="1188025" rtl="0" eaLnBrk="1" latinLnBrk="0" hangingPunct="1">
        <a:defRPr sz="2339" kern="1200">
          <a:solidFill>
            <a:schemeClr val="tx1"/>
          </a:solidFill>
          <a:latin typeface="+mn-lt"/>
          <a:ea typeface="+mn-ea"/>
          <a:cs typeface="+mn-cs"/>
        </a:defRPr>
      </a:lvl3pPr>
      <a:lvl4pPr marL="1782037" algn="l" defTabSz="1188025" rtl="0" eaLnBrk="1" latinLnBrk="0" hangingPunct="1">
        <a:defRPr sz="2339" kern="1200">
          <a:solidFill>
            <a:schemeClr val="tx1"/>
          </a:solidFill>
          <a:latin typeface="+mn-lt"/>
          <a:ea typeface="+mn-ea"/>
          <a:cs typeface="+mn-cs"/>
        </a:defRPr>
      </a:lvl4pPr>
      <a:lvl5pPr marL="2376048" algn="l" defTabSz="1188025" rtl="0" eaLnBrk="1" latinLnBrk="0" hangingPunct="1">
        <a:defRPr sz="2339" kern="1200">
          <a:solidFill>
            <a:schemeClr val="tx1"/>
          </a:solidFill>
          <a:latin typeface="+mn-lt"/>
          <a:ea typeface="+mn-ea"/>
          <a:cs typeface="+mn-cs"/>
        </a:defRPr>
      </a:lvl5pPr>
      <a:lvl6pPr marL="2970061" algn="l" defTabSz="1188025" rtl="0" eaLnBrk="1" latinLnBrk="0" hangingPunct="1">
        <a:defRPr sz="2339" kern="1200">
          <a:solidFill>
            <a:schemeClr val="tx1"/>
          </a:solidFill>
          <a:latin typeface="+mn-lt"/>
          <a:ea typeface="+mn-ea"/>
          <a:cs typeface="+mn-cs"/>
        </a:defRPr>
      </a:lvl6pPr>
      <a:lvl7pPr marL="3564073" algn="l" defTabSz="1188025" rtl="0" eaLnBrk="1" latinLnBrk="0" hangingPunct="1">
        <a:defRPr sz="2339" kern="1200">
          <a:solidFill>
            <a:schemeClr val="tx1"/>
          </a:solidFill>
          <a:latin typeface="+mn-lt"/>
          <a:ea typeface="+mn-ea"/>
          <a:cs typeface="+mn-cs"/>
        </a:defRPr>
      </a:lvl7pPr>
      <a:lvl8pPr marL="4158085" algn="l" defTabSz="1188025" rtl="0" eaLnBrk="1" latinLnBrk="0" hangingPunct="1">
        <a:defRPr sz="2339" kern="1200">
          <a:solidFill>
            <a:schemeClr val="tx1"/>
          </a:solidFill>
          <a:latin typeface="+mn-lt"/>
          <a:ea typeface="+mn-ea"/>
          <a:cs typeface="+mn-cs"/>
        </a:defRPr>
      </a:lvl8pPr>
      <a:lvl9pPr marL="4752098" algn="l" defTabSz="1188025" rtl="0" eaLnBrk="1" latinLnBrk="0" hangingPunct="1">
        <a:defRPr sz="2339"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829948" y="274654"/>
            <a:ext cx="10755467" cy="627062"/>
          </a:xfrm>
          <a:prstGeom prst="rect">
            <a:avLst/>
          </a:prstGeom>
          <a:noFill/>
          <a:ln w="9525">
            <a:noFill/>
            <a:miter lim="800000"/>
            <a:headEnd/>
            <a:tailEnd/>
          </a:ln>
        </p:spPr>
        <p:txBody>
          <a:bodyPr vert="horz" wrap="square" lIns="78242" tIns="39120" rIns="78242" bIns="39120" numCol="1" anchor="ctr" anchorCtr="0" compatLnSpc="1">
            <a:prstTxWarp prst="textNoShape">
              <a:avLst/>
            </a:prstTxWarp>
          </a:bodyPr>
          <a:lstStyle/>
          <a:p>
            <a:pPr lvl="0"/>
            <a:r>
              <a:rPr lang="zh-CN" altLang="en-US" dirty="0"/>
              <a:t>单击此处编辑母版标题样式</a:t>
            </a:r>
          </a:p>
        </p:txBody>
      </p:sp>
      <p:sp>
        <p:nvSpPr>
          <p:cNvPr id="9219" name="Rectangle 3"/>
          <p:cNvSpPr>
            <a:spLocks noGrp="1" noChangeArrowheads="1"/>
          </p:cNvSpPr>
          <p:nvPr>
            <p:ph type="body" idx="1"/>
          </p:nvPr>
        </p:nvSpPr>
        <p:spPr bwMode="auto">
          <a:xfrm>
            <a:off x="829948" y="1181117"/>
            <a:ext cx="10755467" cy="4945062"/>
          </a:xfrm>
          <a:prstGeom prst="rect">
            <a:avLst/>
          </a:prstGeom>
          <a:noFill/>
          <a:ln w="9525">
            <a:noFill/>
            <a:miter lim="800000"/>
            <a:headEnd/>
            <a:tailEnd/>
          </a:ln>
        </p:spPr>
        <p:txBody>
          <a:bodyPr vert="horz" wrap="square" lIns="78242" tIns="39120" rIns="78242" bIns="391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9220" name="Picture 4" descr="7"/>
          <p:cNvPicPr>
            <a:picLocks noChangeAspect="1" noChangeArrowheads="1"/>
          </p:cNvPicPr>
          <p:nvPr/>
        </p:nvPicPr>
        <p:blipFill>
          <a:blip r:embed="rId14" cstate="print"/>
          <a:srcRect/>
          <a:stretch>
            <a:fillRect/>
          </a:stretch>
        </p:blipFill>
        <p:spPr bwMode="auto">
          <a:xfrm>
            <a:off x="30" y="6221762"/>
            <a:ext cx="12193058" cy="636587"/>
          </a:xfrm>
          <a:prstGeom prst="rect">
            <a:avLst/>
          </a:prstGeom>
          <a:noFill/>
          <a:ln w="9525">
            <a:noFill/>
            <a:miter lim="800000"/>
            <a:headEnd/>
            <a:tailEnd/>
          </a:ln>
        </p:spPr>
      </p:pic>
      <p:sp>
        <p:nvSpPr>
          <p:cNvPr id="562181" name="Text Box 5"/>
          <p:cNvSpPr txBox="1">
            <a:spLocks noChangeArrowheads="1"/>
          </p:cNvSpPr>
          <p:nvPr/>
        </p:nvSpPr>
        <p:spPr bwMode="auto">
          <a:xfrm>
            <a:off x="870204" y="6466245"/>
            <a:ext cx="2743392" cy="264801"/>
          </a:xfrm>
          <a:prstGeom prst="rect">
            <a:avLst/>
          </a:prstGeom>
          <a:noFill/>
          <a:ln w="9525">
            <a:noFill/>
            <a:miter lim="800000"/>
            <a:headEnd/>
            <a:tailEnd/>
          </a:ln>
        </p:spPr>
        <p:txBody>
          <a:bodyPr wrap="none" lIns="78446" tIns="39224" rIns="78446" bIns="39224">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203" b="0" i="0" u="none" strike="noStrike" kern="1200" cap="none" spc="0" normalizeH="0" baseline="0" noProof="0" dirty="0">
                <a:ln>
                  <a:noFill/>
                </a:ln>
                <a:solidFill>
                  <a:srgbClr val="000000"/>
                </a:solidFill>
                <a:effectLst/>
                <a:uLnTx/>
                <a:uFillTx/>
                <a:latin typeface="FrutigerNext LT Bold" pitchFamily="1" charset="0"/>
                <a:ea typeface="ＭＳ Ｐゴシック" pitchFamily="34" charset="-128"/>
                <a:cs typeface="+mn-cs"/>
              </a:rPr>
              <a:t>HUAWEI TECHNOLOGIES Co., Ltd.</a:t>
            </a:r>
            <a:endParaRPr kumimoji="0" lang="en-US" altLang="zh-CN" sz="2105" b="0"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pic>
        <p:nvPicPr>
          <p:cNvPr id="9222" name="Picture 6" descr="8"/>
          <p:cNvPicPr>
            <a:picLocks noChangeAspect="1" noChangeArrowheads="1"/>
          </p:cNvPicPr>
          <p:nvPr/>
        </p:nvPicPr>
        <p:blipFill>
          <a:blip r:embed="rId15" cstate="print"/>
          <a:srcRect/>
          <a:stretch>
            <a:fillRect/>
          </a:stretch>
        </p:blipFill>
        <p:spPr bwMode="auto">
          <a:xfrm>
            <a:off x="10014447" y="6401146"/>
            <a:ext cx="1746706" cy="309562"/>
          </a:xfrm>
          <a:prstGeom prst="rect">
            <a:avLst/>
          </a:prstGeom>
          <a:noFill/>
          <a:ln w="9525">
            <a:noFill/>
            <a:miter lim="800000"/>
            <a:headEnd/>
            <a:tailEnd/>
          </a:ln>
        </p:spPr>
      </p:pic>
      <p:sp>
        <p:nvSpPr>
          <p:cNvPr id="562183" name="Rectangle 7"/>
          <p:cNvSpPr>
            <a:spLocks noChangeArrowheads="1"/>
          </p:cNvSpPr>
          <p:nvPr/>
        </p:nvSpPr>
        <p:spPr bwMode="auto">
          <a:xfrm>
            <a:off x="4882331" y="6467822"/>
            <a:ext cx="1677602" cy="264321"/>
          </a:xfrm>
          <a:prstGeom prst="rect">
            <a:avLst/>
          </a:prstGeom>
          <a:noFill/>
          <a:ln w="9525" algn="ctr">
            <a:noFill/>
            <a:miter lim="800000"/>
            <a:headEnd/>
            <a:tailEnd/>
          </a:ln>
          <a:effectLst/>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203" b="0" i="0" u="none" strike="noStrike" kern="1200" cap="none" spc="0" normalizeH="0" baseline="0" noProof="0" dirty="0">
                <a:ln>
                  <a:noFill/>
                </a:ln>
                <a:solidFill>
                  <a:srgbClr val="000000"/>
                </a:solidFill>
                <a:effectLst/>
                <a:uLnTx/>
                <a:uFillTx/>
                <a:latin typeface="FrutigerNext LT Bold" charset="0"/>
                <a:ea typeface="MS PGothic" pitchFamily="34" charset="-128"/>
                <a:cs typeface="+mn-cs"/>
              </a:rPr>
              <a:t>HUAWEI Confidential </a:t>
            </a:r>
          </a:p>
        </p:txBody>
      </p:sp>
      <p:sp>
        <p:nvSpPr>
          <p:cNvPr id="562184" name="Rectangle 8"/>
          <p:cNvSpPr>
            <a:spLocks noGrp="1" noChangeArrowheads="1"/>
          </p:cNvSpPr>
          <p:nvPr>
            <p:ph type="dt" sz="half" idx="2"/>
          </p:nvPr>
        </p:nvSpPr>
        <p:spPr bwMode="auto">
          <a:xfrm>
            <a:off x="8293173" y="6372243"/>
            <a:ext cx="1645078" cy="128587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lnSpc>
                <a:spcPct val="85000"/>
              </a:lnSpc>
              <a:defRPr sz="1203" b="0">
                <a:latin typeface="FrutigerNext LT Medium" pitchFamily="34" charset="0"/>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B39E8BB6-483B-4B0D-8330-6765D18D4193}"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537844879"/>
      </p:ext>
    </p:extLst>
  </p:cSld>
  <p:clrMap bg1="lt1" tx1="dk1" bg2="lt2" tx2="dk2" accent1="accent1" accent2="accent2" accent3="accent3" accent4="accent4" accent5="accent5" accent6="accent6" hlink="hlink" folHlink="folHlink"/>
  <p:sldLayoutIdLst>
    <p:sldLayoutId id="2147484584" r:id="rId1"/>
    <p:sldLayoutId id="2147484585" r:id="rId2"/>
    <p:sldLayoutId id="2147484586" r:id="rId3"/>
    <p:sldLayoutId id="2147484587" r:id="rId4"/>
    <p:sldLayoutId id="2147484588" r:id="rId5"/>
    <p:sldLayoutId id="2147484589" r:id="rId6"/>
    <p:sldLayoutId id="2147484590" r:id="rId7"/>
    <p:sldLayoutId id="2147484591" r:id="rId8"/>
    <p:sldLayoutId id="2147484592" r:id="rId9"/>
    <p:sldLayoutId id="2147484593" r:id="rId10"/>
    <p:sldLayoutId id="2147484594" r:id="rId11"/>
    <p:sldLayoutId id="2147484595" r:id="rId12"/>
  </p:sldLayoutIdLst>
  <p:hf sldNum="0" hdr="0" ftr="0"/>
  <p:txStyles>
    <p:titleStyle>
      <a:lvl1pPr algn="l" defTabSz="785572" rtl="0" eaLnBrk="0" fontAlgn="base" hangingPunct="0">
        <a:spcBef>
          <a:spcPct val="0"/>
        </a:spcBef>
        <a:spcAft>
          <a:spcPct val="0"/>
        </a:spcAft>
        <a:defRPr sz="3008" b="1">
          <a:solidFill>
            <a:srgbClr val="990000"/>
          </a:solidFill>
          <a:latin typeface="+mj-lt"/>
          <a:ea typeface="+mj-ea"/>
          <a:cs typeface="+mj-cs"/>
        </a:defRPr>
      </a:lvl1pPr>
      <a:lvl2pPr algn="l" defTabSz="785572" rtl="0" eaLnBrk="0" fontAlgn="base" hangingPunct="0">
        <a:spcBef>
          <a:spcPct val="0"/>
        </a:spcBef>
        <a:spcAft>
          <a:spcPct val="0"/>
        </a:spcAft>
        <a:defRPr sz="3008" b="1">
          <a:solidFill>
            <a:srgbClr val="990000"/>
          </a:solidFill>
          <a:latin typeface="Arial" charset="0"/>
          <a:ea typeface="宋体" charset="-122"/>
        </a:defRPr>
      </a:lvl2pPr>
      <a:lvl3pPr algn="l" defTabSz="785572" rtl="0" eaLnBrk="0" fontAlgn="base" hangingPunct="0">
        <a:spcBef>
          <a:spcPct val="0"/>
        </a:spcBef>
        <a:spcAft>
          <a:spcPct val="0"/>
        </a:spcAft>
        <a:defRPr sz="3008" b="1">
          <a:solidFill>
            <a:srgbClr val="990000"/>
          </a:solidFill>
          <a:latin typeface="Arial" charset="0"/>
          <a:ea typeface="宋体" charset="-122"/>
        </a:defRPr>
      </a:lvl3pPr>
      <a:lvl4pPr algn="l" defTabSz="785572" rtl="0" eaLnBrk="0" fontAlgn="base" hangingPunct="0">
        <a:spcBef>
          <a:spcPct val="0"/>
        </a:spcBef>
        <a:spcAft>
          <a:spcPct val="0"/>
        </a:spcAft>
        <a:defRPr sz="3008" b="1">
          <a:solidFill>
            <a:srgbClr val="990000"/>
          </a:solidFill>
          <a:latin typeface="Arial" charset="0"/>
          <a:ea typeface="宋体" charset="-122"/>
        </a:defRPr>
      </a:lvl4pPr>
      <a:lvl5pPr algn="l" defTabSz="785572" rtl="0" eaLnBrk="0" fontAlgn="base" hangingPunct="0">
        <a:spcBef>
          <a:spcPct val="0"/>
        </a:spcBef>
        <a:spcAft>
          <a:spcPct val="0"/>
        </a:spcAft>
        <a:defRPr sz="3008" b="1">
          <a:solidFill>
            <a:srgbClr val="990000"/>
          </a:solidFill>
          <a:latin typeface="Arial" charset="0"/>
          <a:ea typeface="宋体" charset="-122"/>
        </a:defRPr>
      </a:lvl5pPr>
      <a:lvl6pPr marL="457982" algn="l" defTabSz="785572" rtl="0" fontAlgn="base">
        <a:spcBef>
          <a:spcPct val="0"/>
        </a:spcBef>
        <a:spcAft>
          <a:spcPct val="0"/>
        </a:spcAft>
        <a:defRPr sz="3008" b="1">
          <a:solidFill>
            <a:srgbClr val="990000"/>
          </a:solidFill>
          <a:latin typeface="Arial" charset="0"/>
          <a:ea typeface="宋体" charset="-122"/>
        </a:defRPr>
      </a:lvl6pPr>
      <a:lvl7pPr marL="915971" algn="l" defTabSz="785572" rtl="0" fontAlgn="base">
        <a:spcBef>
          <a:spcPct val="0"/>
        </a:spcBef>
        <a:spcAft>
          <a:spcPct val="0"/>
        </a:spcAft>
        <a:defRPr sz="3008" b="1">
          <a:solidFill>
            <a:srgbClr val="990000"/>
          </a:solidFill>
          <a:latin typeface="Arial" charset="0"/>
          <a:ea typeface="宋体" charset="-122"/>
        </a:defRPr>
      </a:lvl7pPr>
      <a:lvl8pPr marL="1373957" algn="l" defTabSz="785572" rtl="0" fontAlgn="base">
        <a:spcBef>
          <a:spcPct val="0"/>
        </a:spcBef>
        <a:spcAft>
          <a:spcPct val="0"/>
        </a:spcAft>
        <a:defRPr sz="3008" b="1">
          <a:solidFill>
            <a:srgbClr val="990000"/>
          </a:solidFill>
          <a:latin typeface="Arial" charset="0"/>
          <a:ea typeface="宋体" charset="-122"/>
        </a:defRPr>
      </a:lvl8pPr>
      <a:lvl9pPr marL="1831939" algn="l" defTabSz="785572" rtl="0" fontAlgn="base">
        <a:spcBef>
          <a:spcPct val="0"/>
        </a:spcBef>
        <a:spcAft>
          <a:spcPct val="0"/>
        </a:spcAft>
        <a:defRPr sz="3008" b="1">
          <a:solidFill>
            <a:srgbClr val="990000"/>
          </a:solidFill>
          <a:latin typeface="Arial" charset="0"/>
          <a:ea typeface="宋体" charset="-122"/>
        </a:defRPr>
      </a:lvl9pPr>
    </p:titleStyle>
    <p:bodyStyle>
      <a:lvl1pPr marL="294192" indent="-294192" algn="l" defTabSz="785572" rtl="0" eaLnBrk="0" fontAlgn="base" hangingPunct="0">
        <a:lnSpc>
          <a:spcPct val="140000"/>
        </a:lnSpc>
        <a:spcBef>
          <a:spcPct val="0"/>
        </a:spcBef>
        <a:spcAft>
          <a:spcPct val="0"/>
        </a:spcAft>
        <a:defRPr sz="1805" b="1">
          <a:solidFill>
            <a:schemeClr val="tx1"/>
          </a:solidFill>
          <a:latin typeface="+mn-lt"/>
          <a:ea typeface="+mn-ea"/>
          <a:cs typeface="+mn-cs"/>
        </a:defRPr>
      </a:lvl1pPr>
      <a:lvl2pPr marL="637680" indent="-244896" algn="l" defTabSz="785572" rtl="0" eaLnBrk="0" fontAlgn="base" hangingPunct="0">
        <a:lnSpc>
          <a:spcPct val="140000"/>
        </a:lnSpc>
        <a:spcBef>
          <a:spcPct val="0"/>
        </a:spcBef>
        <a:spcAft>
          <a:spcPct val="0"/>
        </a:spcAft>
        <a:defRPr sz="1805">
          <a:solidFill>
            <a:schemeClr val="tx1"/>
          </a:solidFill>
          <a:latin typeface="+mn-lt"/>
          <a:ea typeface="+mn-ea"/>
        </a:defRPr>
      </a:lvl2pPr>
      <a:lvl3pPr marL="981170" indent="-195599" algn="l" defTabSz="785572" rtl="0" eaLnBrk="0" fontAlgn="base" hangingPunct="0">
        <a:lnSpc>
          <a:spcPct val="140000"/>
        </a:lnSpc>
        <a:spcBef>
          <a:spcPct val="0"/>
        </a:spcBef>
        <a:spcAft>
          <a:spcPct val="0"/>
        </a:spcAft>
        <a:defRPr sz="1805">
          <a:solidFill>
            <a:schemeClr val="tx1"/>
          </a:solidFill>
          <a:latin typeface="+mn-lt"/>
          <a:ea typeface="+mn-ea"/>
        </a:defRPr>
      </a:lvl3pPr>
      <a:lvl4pPr marL="1373957" indent="-197191" algn="l" defTabSz="785572" rtl="0" eaLnBrk="0" fontAlgn="base" hangingPunct="0">
        <a:lnSpc>
          <a:spcPct val="140000"/>
        </a:lnSpc>
        <a:spcBef>
          <a:spcPct val="0"/>
        </a:spcBef>
        <a:spcAft>
          <a:spcPct val="0"/>
        </a:spcAft>
        <a:defRPr sz="1805">
          <a:solidFill>
            <a:schemeClr val="tx1"/>
          </a:solidFill>
          <a:latin typeface="+mn-lt"/>
          <a:ea typeface="+mn-ea"/>
        </a:defRPr>
      </a:lvl4pPr>
      <a:lvl5pPr marL="1765151" indent="-195599" algn="l" defTabSz="785572" rtl="0" eaLnBrk="0" fontAlgn="base" hangingPunct="0">
        <a:lnSpc>
          <a:spcPct val="140000"/>
        </a:lnSpc>
        <a:spcBef>
          <a:spcPct val="0"/>
        </a:spcBef>
        <a:spcAft>
          <a:spcPct val="0"/>
        </a:spcAft>
        <a:defRPr sz="1805">
          <a:solidFill>
            <a:schemeClr val="tx1"/>
          </a:solidFill>
          <a:latin typeface="+mn-lt"/>
          <a:ea typeface="+mn-ea"/>
        </a:defRPr>
      </a:lvl5pPr>
      <a:lvl6pPr marL="2223133" indent="-195599" algn="l" defTabSz="785572" rtl="0" fontAlgn="base">
        <a:lnSpc>
          <a:spcPct val="140000"/>
        </a:lnSpc>
        <a:spcBef>
          <a:spcPct val="0"/>
        </a:spcBef>
        <a:spcAft>
          <a:spcPct val="0"/>
        </a:spcAft>
        <a:defRPr sz="1805">
          <a:solidFill>
            <a:schemeClr val="tx1"/>
          </a:solidFill>
          <a:latin typeface="+mn-lt"/>
          <a:ea typeface="+mn-ea"/>
        </a:defRPr>
      </a:lvl6pPr>
      <a:lvl7pPr marL="2681122" indent="-195599" algn="l" defTabSz="785572" rtl="0" fontAlgn="base">
        <a:lnSpc>
          <a:spcPct val="140000"/>
        </a:lnSpc>
        <a:spcBef>
          <a:spcPct val="0"/>
        </a:spcBef>
        <a:spcAft>
          <a:spcPct val="0"/>
        </a:spcAft>
        <a:defRPr sz="1805">
          <a:solidFill>
            <a:schemeClr val="tx1"/>
          </a:solidFill>
          <a:latin typeface="+mn-lt"/>
          <a:ea typeface="+mn-ea"/>
        </a:defRPr>
      </a:lvl7pPr>
      <a:lvl8pPr marL="3139111" indent="-195599" algn="l" defTabSz="785572" rtl="0" fontAlgn="base">
        <a:lnSpc>
          <a:spcPct val="140000"/>
        </a:lnSpc>
        <a:spcBef>
          <a:spcPct val="0"/>
        </a:spcBef>
        <a:spcAft>
          <a:spcPct val="0"/>
        </a:spcAft>
        <a:defRPr sz="1805">
          <a:solidFill>
            <a:schemeClr val="tx1"/>
          </a:solidFill>
          <a:latin typeface="+mn-lt"/>
          <a:ea typeface="+mn-ea"/>
        </a:defRPr>
      </a:lvl8pPr>
      <a:lvl9pPr marL="3597093" indent="-195599" algn="l" defTabSz="785572" rtl="0" fontAlgn="base">
        <a:lnSpc>
          <a:spcPct val="140000"/>
        </a:lnSpc>
        <a:spcBef>
          <a:spcPct val="0"/>
        </a:spcBef>
        <a:spcAft>
          <a:spcPct val="0"/>
        </a:spcAft>
        <a:defRPr sz="1805">
          <a:solidFill>
            <a:schemeClr val="tx1"/>
          </a:solidFill>
          <a:latin typeface="+mn-lt"/>
          <a:ea typeface="+mn-ea"/>
        </a:defRPr>
      </a:lvl9pPr>
    </p:bodyStyle>
    <p:otherStyle>
      <a:defPPr>
        <a:defRPr lang="zh-CN"/>
      </a:defPPr>
      <a:lvl1pPr marL="0" algn="l" defTabSz="915971" rtl="0" eaLnBrk="1" latinLnBrk="0" hangingPunct="1">
        <a:defRPr sz="1805" kern="1200">
          <a:solidFill>
            <a:schemeClr val="tx1"/>
          </a:solidFill>
          <a:latin typeface="+mn-lt"/>
          <a:ea typeface="+mn-ea"/>
          <a:cs typeface="+mn-cs"/>
        </a:defRPr>
      </a:lvl1pPr>
      <a:lvl2pPr marL="457982" algn="l" defTabSz="915971" rtl="0" eaLnBrk="1" latinLnBrk="0" hangingPunct="1">
        <a:defRPr sz="1805" kern="1200">
          <a:solidFill>
            <a:schemeClr val="tx1"/>
          </a:solidFill>
          <a:latin typeface="+mn-lt"/>
          <a:ea typeface="+mn-ea"/>
          <a:cs typeface="+mn-cs"/>
        </a:defRPr>
      </a:lvl2pPr>
      <a:lvl3pPr marL="915971" algn="l" defTabSz="915971" rtl="0" eaLnBrk="1" latinLnBrk="0" hangingPunct="1">
        <a:defRPr sz="1805" kern="1200">
          <a:solidFill>
            <a:schemeClr val="tx1"/>
          </a:solidFill>
          <a:latin typeface="+mn-lt"/>
          <a:ea typeface="+mn-ea"/>
          <a:cs typeface="+mn-cs"/>
        </a:defRPr>
      </a:lvl3pPr>
      <a:lvl4pPr marL="1373957" algn="l" defTabSz="915971" rtl="0" eaLnBrk="1" latinLnBrk="0" hangingPunct="1">
        <a:defRPr sz="1805" kern="1200">
          <a:solidFill>
            <a:schemeClr val="tx1"/>
          </a:solidFill>
          <a:latin typeface="+mn-lt"/>
          <a:ea typeface="+mn-ea"/>
          <a:cs typeface="+mn-cs"/>
        </a:defRPr>
      </a:lvl4pPr>
      <a:lvl5pPr marL="1831939" algn="l" defTabSz="915971" rtl="0" eaLnBrk="1" latinLnBrk="0" hangingPunct="1">
        <a:defRPr sz="1805" kern="1200">
          <a:solidFill>
            <a:schemeClr val="tx1"/>
          </a:solidFill>
          <a:latin typeface="+mn-lt"/>
          <a:ea typeface="+mn-ea"/>
          <a:cs typeface="+mn-cs"/>
        </a:defRPr>
      </a:lvl5pPr>
      <a:lvl6pPr marL="2289927" algn="l" defTabSz="915971" rtl="0" eaLnBrk="1" latinLnBrk="0" hangingPunct="1">
        <a:defRPr sz="1805" kern="1200">
          <a:solidFill>
            <a:schemeClr val="tx1"/>
          </a:solidFill>
          <a:latin typeface="+mn-lt"/>
          <a:ea typeface="+mn-ea"/>
          <a:cs typeface="+mn-cs"/>
        </a:defRPr>
      </a:lvl6pPr>
      <a:lvl7pPr marL="2747911" algn="l" defTabSz="915971" rtl="0" eaLnBrk="1" latinLnBrk="0" hangingPunct="1">
        <a:defRPr sz="1805" kern="1200">
          <a:solidFill>
            <a:schemeClr val="tx1"/>
          </a:solidFill>
          <a:latin typeface="+mn-lt"/>
          <a:ea typeface="+mn-ea"/>
          <a:cs typeface="+mn-cs"/>
        </a:defRPr>
      </a:lvl7pPr>
      <a:lvl8pPr marL="3205895" algn="l" defTabSz="915971" rtl="0" eaLnBrk="1" latinLnBrk="0" hangingPunct="1">
        <a:defRPr sz="1805" kern="1200">
          <a:solidFill>
            <a:schemeClr val="tx1"/>
          </a:solidFill>
          <a:latin typeface="+mn-lt"/>
          <a:ea typeface="+mn-ea"/>
          <a:cs typeface="+mn-cs"/>
        </a:defRPr>
      </a:lvl8pPr>
      <a:lvl9pPr marL="3663882" algn="l" defTabSz="915971" rtl="0" eaLnBrk="1" latinLnBrk="0" hangingPunct="1">
        <a:defRPr sz="1805"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419" y="365127"/>
            <a:ext cx="10518338"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419" y="1825625"/>
            <a:ext cx="10518338"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418" y="6356352"/>
            <a:ext cx="2743914"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ltLang="zh-CN">
              <a:solidFill>
                <a:prstClr val="black">
                  <a:tint val="75000"/>
                </a:prstClr>
              </a:solidFill>
              <a:latin typeface="Calibri" pitchFamily="34" charset="0"/>
            </a:endParaRPr>
          </a:p>
        </p:txBody>
      </p:sp>
      <p:sp>
        <p:nvSpPr>
          <p:cNvPr id="5" name="页脚占位符 4"/>
          <p:cNvSpPr>
            <a:spLocks noGrp="1"/>
          </p:cNvSpPr>
          <p:nvPr>
            <p:ph type="ftr" sz="quarter" idx="3"/>
          </p:nvPr>
        </p:nvSpPr>
        <p:spPr>
          <a:xfrm>
            <a:off x="4039652" y="6356352"/>
            <a:ext cx="4115872"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latin typeface="Calibri" pitchFamily="34" charset="0"/>
            </a:endParaRPr>
          </a:p>
        </p:txBody>
      </p:sp>
      <p:sp>
        <p:nvSpPr>
          <p:cNvPr id="6" name="灯片编号占位符 5"/>
          <p:cNvSpPr>
            <a:spLocks noGrp="1"/>
          </p:cNvSpPr>
          <p:nvPr>
            <p:ph type="sldNum" sz="quarter" idx="4"/>
          </p:nvPr>
        </p:nvSpPr>
        <p:spPr>
          <a:xfrm>
            <a:off x="8612843" y="6356352"/>
            <a:ext cx="274391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967D24-BF70-44DB-A387-F9BA6E55FED3}" type="slidenum">
              <a:rPr lang="zh-CN" altLang="en-US" smtClean="0">
                <a:solidFill>
                  <a:prstClr val="black">
                    <a:tint val="75000"/>
                  </a:prstClr>
                </a:solidFill>
                <a:latin typeface="Calibri" pitchFamily="34" charset="0"/>
              </a:rPr>
              <a:pPr/>
              <a:t>‹#›</a:t>
            </a:fld>
            <a:endParaRPr lang="zh-CN" altLang="en-US">
              <a:solidFill>
                <a:prstClr val="black">
                  <a:tint val="75000"/>
                </a:prstClr>
              </a:solidFill>
              <a:latin typeface="Calibri" pitchFamily="34" charset="0"/>
            </a:endParaRPr>
          </a:p>
        </p:txBody>
      </p:sp>
    </p:spTree>
    <p:extLst>
      <p:ext uri="{BB962C8B-B14F-4D97-AF65-F5344CB8AC3E}">
        <p14:creationId xmlns:p14="http://schemas.microsoft.com/office/powerpoint/2010/main" val="3334615427"/>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Lst>
  <p:transition>
    <p:fade thruBlk="1"/>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3" name="矩形 2"/>
          <p:cNvSpPr/>
          <p:nvPr/>
        </p:nvSpPr>
        <p:spPr bwMode="auto">
          <a:xfrm>
            <a:off x="6357" y="0"/>
            <a:ext cx="12188823" cy="6858000"/>
          </a:xfrm>
          <a:prstGeom prst="rect">
            <a:avLst/>
          </a:prstGeom>
          <a:solidFill>
            <a:schemeClr val="bg1">
              <a:lumMod val="95000"/>
            </a:schemeClr>
          </a:solidFill>
          <a:ln>
            <a:noFill/>
          </a:ln>
          <a:effectLst/>
          <a:extLst/>
        </p:spPr>
        <p:txBody>
          <a:bodyPr lIns="121935" tIns="60968" rIns="121935" bIns="60968"/>
          <a:lstStyle/>
          <a:p>
            <a:pPr>
              <a:buClr>
                <a:srgbClr val="CC9900"/>
              </a:buClr>
              <a:buFont typeface="Wingdings" pitchFamily="2" charset="2"/>
              <a:buChar char="n"/>
              <a:defRPr/>
            </a:pPr>
            <a:endParaRPr lang="zh-CN" altLang="en-US">
              <a:solidFill>
                <a:prstClr val="black"/>
              </a:solidFill>
              <a:ea typeface="宋体" charset="-122"/>
            </a:endParaRPr>
          </a:p>
        </p:txBody>
      </p:sp>
      <p:grpSp>
        <p:nvGrpSpPr>
          <p:cNvPr id="2" name="组合 3"/>
          <p:cNvGrpSpPr>
            <a:grpSpLocks/>
          </p:cNvGrpSpPr>
          <p:nvPr/>
        </p:nvGrpSpPr>
        <p:grpSpPr bwMode="auto">
          <a:xfrm>
            <a:off x="1" y="6783925"/>
            <a:ext cx="12195175" cy="74083"/>
            <a:chOff x="0" y="5087938"/>
            <a:chExt cx="9144000" cy="55562"/>
          </a:xfrm>
        </p:grpSpPr>
        <p:pic>
          <p:nvPicPr>
            <p:cNvPr id="15369" name="Picture 2" descr="E:\01 日常工作\10 多媒体\PPT内部汇报用模板\红条.jpg"/>
            <p:cNvPicPr>
              <a:picLocks noChangeAspect="1" noChangeArrowheads="1"/>
            </p:cNvPicPr>
            <p:nvPr userDrawn="1"/>
          </p:nvPicPr>
          <p:blipFill>
            <a:blip r:embed="rId4" cstate="print"/>
            <a:srcRect r="5814"/>
            <a:stretch>
              <a:fillRect/>
            </a:stretch>
          </p:blipFill>
          <p:spPr bwMode="auto">
            <a:xfrm>
              <a:off x="0" y="5087938"/>
              <a:ext cx="8616950" cy="55562"/>
            </a:xfrm>
            <a:prstGeom prst="rect">
              <a:avLst/>
            </a:prstGeom>
            <a:noFill/>
            <a:ln w="9525">
              <a:noFill/>
              <a:miter lim="800000"/>
              <a:headEnd/>
              <a:tailEnd/>
            </a:ln>
          </p:spPr>
        </p:pic>
        <p:pic>
          <p:nvPicPr>
            <p:cNvPr id="15370" name="Picture 2" descr="E:\01 日常工作\10 多媒体\PPT内部汇报用模板\红条.jpg"/>
            <p:cNvPicPr>
              <a:picLocks noChangeAspect="1" noChangeArrowheads="1"/>
            </p:cNvPicPr>
            <p:nvPr userDrawn="1"/>
          </p:nvPicPr>
          <p:blipFill>
            <a:blip r:embed="rId4" cstate="print"/>
            <a:srcRect r="5814"/>
            <a:stretch>
              <a:fillRect/>
            </a:stretch>
          </p:blipFill>
          <p:spPr bwMode="auto">
            <a:xfrm>
              <a:off x="527050" y="5087938"/>
              <a:ext cx="8616950" cy="55562"/>
            </a:xfrm>
            <a:prstGeom prst="rect">
              <a:avLst/>
            </a:prstGeom>
            <a:noFill/>
            <a:ln w="9525">
              <a:noFill/>
              <a:miter lim="800000"/>
              <a:headEnd/>
              <a:tailEnd/>
            </a:ln>
          </p:spPr>
        </p:pic>
      </p:grpSp>
      <p:pic>
        <p:nvPicPr>
          <p:cNvPr id="15364" name="Picture 2" descr="C:\Users\z00124665\Desktop\HW LOGO(横版）.png"/>
          <p:cNvPicPr>
            <a:picLocks noChangeAspect="1" noChangeArrowheads="1"/>
          </p:cNvPicPr>
          <p:nvPr/>
        </p:nvPicPr>
        <p:blipFill>
          <a:blip r:embed="rId5" cstate="print"/>
          <a:srcRect/>
          <a:stretch>
            <a:fillRect/>
          </a:stretch>
        </p:blipFill>
        <p:spPr bwMode="auto">
          <a:xfrm>
            <a:off x="10090661" y="6250517"/>
            <a:ext cx="1668368" cy="406400"/>
          </a:xfrm>
          <a:prstGeom prst="rect">
            <a:avLst/>
          </a:prstGeom>
          <a:noFill/>
          <a:ln w="9525">
            <a:noFill/>
            <a:miter lim="800000"/>
            <a:headEnd/>
            <a:tailEnd/>
          </a:ln>
        </p:spPr>
      </p:pic>
      <p:sp>
        <p:nvSpPr>
          <p:cNvPr id="9" name="Rectangle 5"/>
          <p:cNvSpPr>
            <a:spLocks noChangeArrowheads="1"/>
          </p:cNvSpPr>
          <p:nvPr/>
        </p:nvSpPr>
        <p:spPr bwMode="auto">
          <a:xfrm>
            <a:off x="4054474" y="6500292"/>
            <a:ext cx="364161" cy="262467"/>
          </a:xfrm>
          <a:prstGeom prst="rect">
            <a:avLst/>
          </a:prstGeom>
          <a:noFill/>
          <a:ln w="9525">
            <a:noFill/>
            <a:miter lim="800000"/>
            <a:headEnd/>
            <a:tailEnd/>
          </a:ln>
        </p:spPr>
        <p:txBody>
          <a:bodyPr lIns="0" tIns="0" rIns="0" bIns="0"/>
          <a:lstStyle/>
          <a:p>
            <a:pPr eaLnBrk="0" hangingPunct="0">
              <a:lnSpc>
                <a:spcPct val="85000"/>
              </a:lnSpc>
              <a:defRPr/>
            </a:pPr>
            <a:fld id="{300114A3-7E2F-4A79-A903-D2D3C674AC83}" type="slidenum">
              <a:rPr lang="de-DE" altLang="zh-CN" sz="1200">
                <a:solidFill>
                  <a:prstClr val="white">
                    <a:lumMod val="65000"/>
                  </a:prstClr>
                </a:solidFill>
                <a:latin typeface="FrutigerNext LT Medium"/>
              </a:rPr>
              <a:pPr eaLnBrk="0" hangingPunct="0">
                <a:lnSpc>
                  <a:spcPct val="85000"/>
                </a:lnSpc>
                <a:defRPr/>
              </a:pPr>
              <a:t>‹#›</a:t>
            </a:fld>
            <a:endParaRPr lang="en-GB" altLang="zh-CN" sz="1200" dirty="0">
              <a:solidFill>
                <a:prstClr val="white">
                  <a:lumMod val="65000"/>
                </a:prstClr>
              </a:solidFill>
              <a:latin typeface="FrutigerNext LT Medium"/>
            </a:endParaRPr>
          </a:p>
        </p:txBody>
      </p:sp>
      <p:sp>
        <p:nvSpPr>
          <p:cNvPr id="15368" name="文本占位符 11"/>
          <p:cNvSpPr>
            <a:spLocks noGrp="1"/>
          </p:cNvSpPr>
          <p:nvPr>
            <p:ph type="body" idx="1"/>
          </p:nvPr>
        </p:nvSpPr>
        <p:spPr bwMode="auto">
          <a:xfrm>
            <a:off x="609759" y="1600204"/>
            <a:ext cx="10975658" cy="4525433"/>
          </a:xfrm>
          <a:prstGeom prst="rect">
            <a:avLst/>
          </a:prstGeom>
          <a:noFill/>
          <a:ln w="9525">
            <a:noFill/>
            <a:miter lim="800000"/>
            <a:headEnd/>
            <a:tailEnd/>
          </a:ln>
        </p:spPr>
        <p:txBody>
          <a:bodyPr vert="horz" wrap="square" lIns="121935" tIns="60968" rIns="121935" bIns="6096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33653630"/>
      </p:ext>
    </p:extLst>
  </p:cSld>
  <p:clrMap bg1="lt1" tx1="dk1" bg2="lt2" tx2="dk2" accent1="accent1" accent2="accent2" accent3="accent3" accent4="accent4" accent5="accent5" accent6="accent6" hlink="hlink" folHlink="folHlink"/>
  <p:sldLayoutIdLst>
    <p:sldLayoutId id="2147484649" r:id="rId1"/>
    <p:sldLayoutId id="2147484650" r:id="rId2"/>
  </p:sldLayoutIdLst>
  <p:hf hdr="0" ftr="0" dt="0"/>
  <p:txStyles>
    <p:titleStyle>
      <a:lvl1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5pPr>
      <a:lvl6pPr marL="609676"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352"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902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705"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257" indent="-457257" algn="l" rtl="0" eaLnBrk="0" fontAlgn="base" hangingPunct="0">
        <a:lnSpc>
          <a:spcPct val="140000"/>
        </a:lnSpc>
        <a:spcBef>
          <a:spcPct val="0"/>
        </a:spcBef>
        <a:spcAft>
          <a:spcPct val="0"/>
        </a:spcAft>
        <a:buClr>
          <a:srgbClr val="808080"/>
        </a:buClr>
        <a:buSzPct val="60000"/>
        <a:buFont typeface="Wingdings" pitchFamily="2" charset="2"/>
        <a:buChar char="l"/>
        <a:defRPr sz="3200" b="1">
          <a:solidFill>
            <a:schemeClr val="bg1"/>
          </a:solidFill>
          <a:latin typeface="FrutigerNext LT Regular" pitchFamily="34" charset="0"/>
          <a:ea typeface="黑体" pitchFamily="49" charset="-122"/>
          <a:cs typeface="+mn-cs"/>
        </a:defRPr>
      </a:lvl1pPr>
      <a:lvl2pPr marL="990724" indent="-381048"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524191" indent="-304838" algn="l" rtl="0" eaLnBrk="0" fontAlgn="base" hangingPunct="0">
        <a:lnSpc>
          <a:spcPct val="140000"/>
        </a:lnSpc>
        <a:spcBef>
          <a:spcPct val="0"/>
        </a:spcBef>
        <a:spcAft>
          <a:spcPct val="0"/>
        </a:spcAft>
        <a:buSzPct val="50000"/>
        <a:buFont typeface="Wingdings" pitchFamily="2" charset="2"/>
        <a:buChar char="n"/>
        <a:defRPr sz="2100">
          <a:solidFill>
            <a:schemeClr val="bg1"/>
          </a:solidFill>
          <a:latin typeface="FrutigerNext LT Regular" pitchFamily="34" charset="0"/>
          <a:ea typeface="+mn-ea"/>
          <a:cs typeface="+mn-cs"/>
        </a:defRPr>
      </a:lvl3pPr>
      <a:lvl4pPr marL="2133867" indent="-304838" algn="l" rtl="0" eaLnBrk="0" fontAlgn="base" hangingPunct="0">
        <a:lnSpc>
          <a:spcPct val="140000"/>
        </a:lnSpc>
        <a:spcBef>
          <a:spcPct val="0"/>
        </a:spcBef>
        <a:spcAft>
          <a:spcPct val="0"/>
        </a:spcAft>
        <a:buChar char="–"/>
        <a:defRPr sz="1900">
          <a:solidFill>
            <a:schemeClr val="bg1"/>
          </a:solidFill>
          <a:latin typeface="FrutigerNext LT Regular" pitchFamily="34" charset="0"/>
          <a:ea typeface="+mn-ea"/>
          <a:cs typeface="+mn-cs"/>
        </a:defRPr>
      </a:lvl4pPr>
      <a:lvl5pPr marL="2743543" indent="-304838" algn="l" rtl="0" eaLnBrk="0" fontAlgn="base" hangingPunct="0">
        <a:lnSpc>
          <a:spcPct val="140000"/>
        </a:lnSpc>
        <a:spcBef>
          <a:spcPct val="0"/>
        </a:spcBef>
        <a:spcAft>
          <a:spcPct val="0"/>
        </a:spcAft>
        <a:buFont typeface="Arial" charset="0"/>
        <a:buChar char="~"/>
        <a:defRPr sz="1600">
          <a:solidFill>
            <a:schemeClr val="bg1"/>
          </a:solidFill>
          <a:latin typeface="FrutigerNext LT Regular" pitchFamily="34" charset="0"/>
          <a:ea typeface="+mn-ea"/>
          <a:cs typeface="+mn-cs"/>
        </a:defRPr>
      </a:lvl5pPr>
      <a:lvl6pPr marL="3353219"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895"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2572"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2248"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352" rtl="0" eaLnBrk="1" latinLnBrk="0" hangingPunct="1">
        <a:defRPr sz="2400" kern="1200">
          <a:solidFill>
            <a:schemeClr val="tx1"/>
          </a:solidFill>
          <a:latin typeface="+mn-lt"/>
          <a:ea typeface="+mn-ea"/>
          <a:cs typeface="+mn-cs"/>
        </a:defRPr>
      </a:lvl1pPr>
      <a:lvl2pPr marL="609676" algn="l" defTabSz="1219352" rtl="0" eaLnBrk="1" latinLnBrk="0" hangingPunct="1">
        <a:defRPr sz="2400" kern="1200">
          <a:solidFill>
            <a:schemeClr val="tx1"/>
          </a:solidFill>
          <a:latin typeface="+mn-lt"/>
          <a:ea typeface="+mn-ea"/>
          <a:cs typeface="+mn-cs"/>
        </a:defRPr>
      </a:lvl2pPr>
      <a:lvl3pPr marL="1219352" algn="l" defTabSz="1219352" rtl="0" eaLnBrk="1" latinLnBrk="0" hangingPunct="1">
        <a:defRPr sz="2400" kern="1200">
          <a:solidFill>
            <a:schemeClr val="tx1"/>
          </a:solidFill>
          <a:latin typeface="+mn-lt"/>
          <a:ea typeface="+mn-ea"/>
          <a:cs typeface="+mn-cs"/>
        </a:defRPr>
      </a:lvl3pPr>
      <a:lvl4pPr marL="1829029" algn="l" defTabSz="1219352" rtl="0" eaLnBrk="1" latinLnBrk="0" hangingPunct="1">
        <a:defRPr sz="2400" kern="1200">
          <a:solidFill>
            <a:schemeClr val="tx1"/>
          </a:solidFill>
          <a:latin typeface="+mn-lt"/>
          <a:ea typeface="+mn-ea"/>
          <a:cs typeface="+mn-cs"/>
        </a:defRPr>
      </a:lvl4pPr>
      <a:lvl5pPr marL="2438705" algn="l" defTabSz="1219352" rtl="0" eaLnBrk="1" latinLnBrk="0" hangingPunct="1">
        <a:defRPr sz="2400" kern="1200">
          <a:solidFill>
            <a:schemeClr val="tx1"/>
          </a:solidFill>
          <a:latin typeface="+mn-lt"/>
          <a:ea typeface="+mn-ea"/>
          <a:cs typeface="+mn-cs"/>
        </a:defRPr>
      </a:lvl5pPr>
      <a:lvl6pPr marL="3048381" algn="l" defTabSz="1219352" rtl="0" eaLnBrk="1" latinLnBrk="0" hangingPunct="1">
        <a:defRPr sz="2400" kern="1200">
          <a:solidFill>
            <a:schemeClr val="tx1"/>
          </a:solidFill>
          <a:latin typeface="+mn-lt"/>
          <a:ea typeface="+mn-ea"/>
          <a:cs typeface="+mn-cs"/>
        </a:defRPr>
      </a:lvl6pPr>
      <a:lvl7pPr marL="3658057" algn="l" defTabSz="1219352" rtl="0" eaLnBrk="1" latinLnBrk="0" hangingPunct="1">
        <a:defRPr sz="2400" kern="1200">
          <a:solidFill>
            <a:schemeClr val="tx1"/>
          </a:solidFill>
          <a:latin typeface="+mn-lt"/>
          <a:ea typeface="+mn-ea"/>
          <a:cs typeface="+mn-cs"/>
        </a:defRPr>
      </a:lvl7pPr>
      <a:lvl8pPr marL="4267733" algn="l" defTabSz="1219352" rtl="0" eaLnBrk="1" latinLnBrk="0" hangingPunct="1">
        <a:defRPr sz="2400" kern="1200">
          <a:solidFill>
            <a:schemeClr val="tx1"/>
          </a:solidFill>
          <a:latin typeface="+mn-lt"/>
          <a:ea typeface="+mn-ea"/>
          <a:cs typeface="+mn-cs"/>
        </a:defRPr>
      </a:lvl8pPr>
      <a:lvl9pPr marL="4877410" algn="l" defTabSz="1219352"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_rels/slide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a:xfrm>
            <a:off x="480963" y="476672"/>
            <a:ext cx="8712968" cy="72628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zh-CN" altLang="en-US" sz="3200" b="1" dirty="0">
                <a:solidFill>
                  <a:srgbClr val="C00000"/>
                </a:solidFill>
                <a:ea typeface="黑体" panose="02010609060101010101" pitchFamily="2" charset="-122"/>
              </a:rPr>
              <a:t>高绩效导向</a:t>
            </a:r>
            <a:endParaRPr lang="zh-CN" altLang="en-US" sz="3200" dirty="0"/>
          </a:p>
        </p:txBody>
      </p:sp>
      <p:sp>
        <p:nvSpPr>
          <p:cNvPr id="7" name="矩形 6"/>
          <p:cNvSpPr/>
          <p:nvPr/>
        </p:nvSpPr>
        <p:spPr>
          <a:xfrm>
            <a:off x="3721323" y="1988840"/>
            <a:ext cx="4536504" cy="1308884"/>
          </a:xfrm>
          <a:prstGeom prst="rect">
            <a:avLst/>
          </a:prstGeom>
        </p:spPr>
        <p:txBody>
          <a:bodyPr wrap="square">
            <a:spAutoFit/>
          </a:bodyPr>
          <a:lstStyle/>
          <a:p>
            <a:pPr>
              <a:lnSpc>
                <a:spcPct val="150000"/>
              </a:lnSpc>
            </a:pP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test</a:t>
            </a: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test</a:t>
            </a:r>
            <a:r>
              <a:rPr lang="zh-CN" altLang="zh-CN" sz="2800" b="1" dirty="0">
                <a:solidFill>
                  <a:schemeClr val="accent6"/>
                </a:solidFill>
                <a:latin typeface="微软雅黑" panose="020B0503020204020204" pitchFamily="34" charset="-122"/>
                <a:ea typeface="微软雅黑" panose="020B0503020204020204" pitchFamily="34" charset="-122"/>
              </a:rPr>
              <a:t>】</a:t>
            </a:r>
            <a:endParaRPr lang="en-US" altLang="zh-CN" sz="2800" b="1" dirty="0">
              <a:solidFill>
                <a:schemeClr val="accent6"/>
              </a:solidFill>
              <a:latin typeface="微软雅黑" panose="020B0503020204020204" pitchFamily="34" charset="-122"/>
              <a:ea typeface="微软雅黑" panose="020B0503020204020204" pitchFamily="34" charset="-122"/>
            </a:endParaRPr>
          </a:p>
          <a:p>
            <a:pPr>
              <a:lnSpc>
                <a:spcPct val="150000"/>
              </a:lnSpc>
            </a:pP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file</a:t>
            </a: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content</a:t>
            </a:r>
            <a:r>
              <a:rPr lang="zh-CN" altLang="zh-CN" sz="2800" b="1" dirty="0">
                <a:solidFill>
                  <a:schemeClr val="accent6"/>
                </a:solidFill>
                <a:latin typeface="微软雅黑" panose="020B0503020204020204" pitchFamily="34" charset="-122"/>
                <a:ea typeface="微软雅黑" panose="020B0503020204020204" pitchFamily="34" charset="-122"/>
              </a:rPr>
              <a:t>】</a:t>
            </a:r>
            <a:endParaRPr lang="en-US" altLang="zh-CN" sz="2800" b="1"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392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a:xfrm>
            <a:off x="480963" y="476672"/>
            <a:ext cx="8712968" cy="72628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zh-CN" altLang="en-US" sz="3200" b="1" dirty="0">
                <a:solidFill>
                  <a:srgbClr val="C00000"/>
                </a:solidFill>
                <a:ea typeface="黑体" panose="02010609060101010101" pitchFamily="2" charset="-122"/>
              </a:rPr>
              <a:t>测试</a:t>
            </a:r>
            <a:endParaRPr lang="zh-CN" altLang="en-US" sz="3200" dirty="0"/>
          </a:p>
        </p:txBody>
      </p:sp>
      <p:pic>
        <p:nvPicPr>
          <p:cNvPr id="2" name="图片 1">
            <a:extLst>
              <a:ext uri="{FF2B5EF4-FFF2-40B4-BE49-F238E27FC236}">
                <a16:creationId xmlns:a16="http://schemas.microsoft.com/office/drawing/2014/main" id="{A3580DA2-AE01-432B-BF7D-CCA7EE91B2CD}"/>
              </a:ext>
            </a:extLst>
          </p:cNvPr>
          <p:cNvPicPr>
            <a:picLocks noChangeAspect="1"/>
          </p:cNvPicPr>
          <p:nvPr/>
        </p:nvPicPr>
        <p:blipFill>
          <a:blip r:embed="rId2"/>
          <a:stretch>
            <a:fillRect/>
          </a:stretch>
        </p:blipFill>
        <p:spPr>
          <a:xfrm>
            <a:off x="3730920" y="1062333"/>
            <a:ext cx="4733333" cy="4733333"/>
          </a:xfrm>
          <a:prstGeom prst="rect">
            <a:avLst/>
          </a:prstGeom>
        </p:spPr>
      </p:pic>
    </p:spTree>
    <p:extLst>
      <p:ext uri="{BB962C8B-B14F-4D97-AF65-F5344CB8AC3E}">
        <p14:creationId xmlns:p14="http://schemas.microsoft.com/office/powerpoint/2010/main" val="829696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txBox="1">
            <a:spLocks/>
          </p:cNvSpPr>
          <p:nvPr/>
        </p:nvSpPr>
        <p:spPr>
          <a:xfrm>
            <a:off x="264939" y="332656"/>
            <a:ext cx="5508104" cy="553244"/>
          </a:xfrm>
          <a:prstGeom prst="rect">
            <a:avLst/>
          </a:prstGeom>
        </p:spPr>
        <p:txBody>
          <a:bodyPr lIns="77925" tIns="38963" rIns="77925" bIns="38963"/>
          <a:lstStyle>
            <a:lvl1pPr algn="l" defTabSz="681355" rtl="0" eaLnBrk="1" fontAlgn="base" hangingPunct="1">
              <a:spcBef>
                <a:spcPct val="0"/>
              </a:spcBef>
              <a:spcAft>
                <a:spcPct val="0"/>
              </a:spcAft>
              <a:defRPr sz="3100" b="0">
                <a:solidFill>
                  <a:srgbClr val="CC0000"/>
                </a:solidFill>
                <a:latin typeface="+mn-ea"/>
                <a:ea typeface="+mn-ea"/>
                <a:cs typeface="+mj-cs"/>
              </a:defRPr>
            </a:lvl1pPr>
            <a:lvl2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2pPr>
            <a:lvl3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3pPr>
            <a:lvl4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4pPr>
            <a:lvl5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5pPr>
            <a:lvl6pPr marL="334010"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6pPr>
            <a:lvl7pPr marL="66738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7pPr>
            <a:lvl8pPr marL="100139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8pPr>
            <a:lvl9pPr marL="133540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9pPr>
          </a:lstStyle>
          <a:p>
            <a:pPr marL="0" marR="0" lvl="0" indent="0" algn="l" defTabSz="681355" rtl="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C00000"/>
                </a:solidFill>
                <a:effectLst/>
                <a:uLnTx/>
                <a:uFillTx/>
                <a:latin typeface="微软雅黑"/>
                <a:ea typeface="微软雅黑"/>
                <a:cs typeface="+mj-cs"/>
              </a:rPr>
              <a:t>一、工作结果回顾</a:t>
            </a:r>
            <a:endParaRPr kumimoji="0" lang="zh-CN" altLang="en-US" sz="2800" b="0" i="0" u="none" strike="noStrike" kern="0" cap="none" spc="0" normalizeH="0" baseline="0" noProof="0" dirty="0">
              <a:ln>
                <a:noFill/>
              </a:ln>
              <a:solidFill>
                <a:srgbClr val="CC0000"/>
              </a:solidFill>
              <a:effectLst/>
              <a:uLnTx/>
              <a:uFillTx/>
              <a:latin typeface="微软雅黑"/>
              <a:ea typeface="微软雅黑"/>
              <a:cs typeface="+mj-cs"/>
            </a:endParaRPr>
          </a:p>
        </p:txBody>
      </p:sp>
      <p:graphicFrame>
        <p:nvGraphicFramePr>
          <p:cNvPr id="7" name="表格 6"/>
          <p:cNvGraphicFramePr>
            <a:graphicFrameLocks noGrp="1"/>
          </p:cNvGraphicFramePr>
          <p:nvPr>
            <p:extLst>
              <p:ext uri="{D42A27DB-BD31-4B8C-83A1-F6EECF244321}">
                <p14:modId xmlns:p14="http://schemas.microsoft.com/office/powerpoint/2010/main" val="4139792505"/>
              </p:ext>
            </p:extLst>
          </p:nvPr>
        </p:nvGraphicFramePr>
        <p:xfrm>
          <a:off x="768995" y="908720"/>
          <a:ext cx="10513172" cy="3362864"/>
        </p:xfrm>
        <a:graphic>
          <a:graphicData uri="http://schemas.openxmlformats.org/drawingml/2006/table">
            <a:tbl>
              <a:tblPr firstRow="1" bandRow="1"/>
              <a:tblGrid>
                <a:gridCol w="720080">
                  <a:extLst>
                    <a:ext uri="{9D8B030D-6E8A-4147-A177-3AD203B41FA5}">
                      <a16:colId xmlns:a16="http://schemas.microsoft.com/office/drawing/2014/main" val="20000"/>
                    </a:ext>
                  </a:extLst>
                </a:gridCol>
                <a:gridCol w="1082448">
                  <a:extLst>
                    <a:ext uri="{9D8B030D-6E8A-4147-A177-3AD203B41FA5}">
                      <a16:colId xmlns:a16="http://schemas.microsoft.com/office/drawing/2014/main" val="20001"/>
                    </a:ext>
                  </a:extLst>
                </a:gridCol>
                <a:gridCol w="554228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584180">
                  <a:extLst>
                    <a:ext uri="{9D8B030D-6E8A-4147-A177-3AD203B41FA5}">
                      <a16:colId xmlns:a16="http://schemas.microsoft.com/office/drawing/2014/main" val="20004"/>
                    </a:ext>
                  </a:extLst>
                </a:gridCol>
              </a:tblGrid>
              <a:tr h="543794">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algn="ctr"/>
                      <a:r>
                        <a:rPr lang="zh-CN" altLang="en-US" sz="1100" dirty="0">
                          <a:solidFill>
                            <a:schemeClr val="tx1"/>
                          </a:solidFill>
                        </a:rPr>
                        <a:t>类别</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工作目标</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达成情况描述（自评）</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问题</a:t>
                      </a:r>
                      <a:r>
                        <a:rPr lang="en-US" altLang="zh-CN" sz="1100" dirty="0">
                          <a:solidFill>
                            <a:schemeClr val="tx1"/>
                          </a:solidFill>
                        </a:rPr>
                        <a:t>&amp;</a:t>
                      </a:r>
                      <a:r>
                        <a:rPr lang="zh-CN" altLang="en-US" sz="1100" dirty="0">
                          <a:solidFill>
                            <a:schemeClr val="tx1"/>
                          </a:solidFill>
                        </a:rPr>
                        <a:t>不足</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改进措施</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48294">
                <a:tc rowSpan="3">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r>
                        <a:rPr lang="en-US" altLang="zh-CN" sz="1050" kern="1200" dirty="0">
                          <a:solidFill>
                            <a:schemeClr val="tx1"/>
                          </a:solidFill>
                          <a:latin typeface="微软雅黑" panose="020B0503020204020204" pitchFamily="34" charset="-122"/>
                          <a:ea typeface="微软雅黑" panose="020B0503020204020204" pitchFamily="34" charset="-122"/>
                          <a:cs typeface="+mn-cs"/>
                        </a:rPr>
                        <a:t>***unstructured </a:t>
                      </a:r>
                      <a:r>
                        <a:rPr lang="zh-CN" altLang="en-US" sz="1050" kern="1200" dirty="0">
                          <a:solidFill>
                            <a:schemeClr val="tx1"/>
                          </a:solidFill>
                          <a:latin typeface="微软雅黑" panose="020B0503020204020204" pitchFamily="34" charset="-122"/>
                          <a:ea typeface="微软雅黑" panose="020B0503020204020204" pitchFamily="34" charset="-122"/>
                          <a:cs typeface="+mn-cs"/>
                        </a:rPr>
                        <a:t>库</a:t>
                      </a:r>
                      <a:r>
                        <a:rPr lang="en-US" altLang="zh-CN" sz="105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algn="l">
                        <a:buFont typeface="+mj-lt"/>
                        <a:buNone/>
                      </a:pPr>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marL="228600" marR="0" lvl="0" indent="-228600" algn="l" defTabSz="914400" rtl="0" eaLnBrk="1" fontAlgn="ctr" latinLnBrk="0" hangingPunct="1">
                        <a:lnSpc>
                          <a:spcPct val="100000"/>
                        </a:lnSpc>
                        <a:spcBef>
                          <a:spcPts val="0"/>
                        </a:spcBef>
                        <a:spcAft>
                          <a:spcPts val="0"/>
                        </a:spcAft>
                        <a:buClrTx/>
                        <a:buSzTx/>
                        <a:buFont typeface="Arial" pitchFamily="34" charset="0"/>
                        <a:buAutoNum type="arabicPeriod"/>
                        <a:tabLst/>
                        <a:defRPr/>
                      </a:pPr>
                      <a:endParaRPr lang="en-US" altLang="zh-CN"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24036">
                <a:tc vMerge="1">
                  <a:txBody>
                    <a:bodyPr/>
                    <a:lstStyle/>
                    <a:p>
                      <a:endParaRPr lang="en-US"/>
                    </a:p>
                  </a:txBody>
                  <a:tcPr/>
                </a:tc>
                <a:tc>
                  <a:txBody>
                    <a:body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indent="-342900" algn="l" fontAlgn="auto">
                        <a:buFont typeface="+mj-lt"/>
                        <a:buNone/>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sym typeface="+mn-ea"/>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indent="-342900" fontAlgn="auto">
                        <a:buFont typeface="+mj-lt"/>
                        <a:buNone/>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24036">
                <a:tc vMerge="1">
                  <a:txBody>
                    <a:bodyPr/>
                    <a:lstStyle/>
                    <a:p>
                      <a:endParaRPr lang="zh-CN" altLang="en-US"/>
                    </a:p>
                  </a:txBody>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3"/>
                  </a:ext>
                </a:extLst>
              </a:tr>
              <a:tr h="287138">
                <a:tc rowSpan="2">
                  <a:txBody>
                    <a:bodyPr/>
                    <a:lstStyle/>
                    <a:p>
                      <a:pPr marL="0" algn="l" defTabSz="685800" rtl="0" eaLnBrk="1" latinLnBrk="0" hangingPunct="1">
                        <a:buFont typeface="+mj-lt"/>
                        <a:buNone/>
                      </a:pP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marL="0" algn="l" defTabSz="685800" rtl="0" eaLnBrk="1" latinLnBrk="0" hangingPunct="1">
                        <a:buFont typeface="+mj-lt"/>
                        <a:buNone/>
                      </a:pPr>
                      <a:endParaRPr lang="zh-CN" altLang="en-US" sz="1050" kern="1200" dirty="0">
                        <a:solidFill>
                          <a:schemeClr val="dk1"/>
                        </a:solidFill>
                        <a:latin typeface="Arial"/>
                        <a:ea typeface="微软雅黑"/>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algn="l" defTabSz="685800" rtl="0" eaLnBrk="1" latinLnBrk="0" hangingPunct="1"/>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287138">
                <a:tc vMerge="1">
                  <a:txBody>
                    <a:bodyPr/>
                    <a:lstStyle/>
                    <a:p>
                      <a:endParaRPr lang="zh-CN" altLang="en-US"/>
                    </a:p>
                  </a:txBody>
                  <a:tcPr/>
                </a:tc>
                <a:tc>
                  <a:txBody>
                    <a:bodyPr/>
                    <a:lstStyle/>
                    <a:p>
                      <a:pPr algn="l">
                        <a:buFont typeface="+mj-lt"/>
                        <a:buNone/>
                      </a:pPr>
                      <a:endParaRPr lang="zh-CN" altLang="en-US" sz="1050" b="0" dirty="0">
                        <a:latin typeface="微软雅黑" panose="020B0503020204020204" pitchFamily="34" charset="-122"/>
                        <a:ea typeface="微软雅黑" panose="020B0503020204020204" pitchFamily="34" charset="-122"/>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b="0" i="0" kern="1200" dirty="0">
                        <a:solidFill>
                          <a:schemeClr val="tx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algn="l" defTabSz="685800" rtl="0" eaLnBrk="1" latinLnBrk="0" hangingPunct="1"/>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5"/>
                  </a:ext>
                </a:extLst>
              </a:tr>
              <a:tr h="349978">
                <a:tc rowSpan="4">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algn="l">
                        <a:buFont typeface="+mj-lt"/>
                        <a:buNone/>
                      </a:pPr>
                      <a:endParaRPr lang="zh-CN" altLang="en-US" sz="1050"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indent="-228600" algn="l" defTabSz="685800" rtl="0" eaLnBrk="1" latinLnBrk="0" hangingPunct="1">
                        <a:buFont typeface="+mj-lt"/>
                        <a:buAutoNum type="arabicPeriod"/>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6"/>
                  </a:ext>
                </a:extLst>
              </a:tr>
              <a:tr h="216024">
                <a:tc vMerge="1">
                  <a:txBody>
                    <a:bodyPr/>
                    <a:lstStyle/>
                    <a:p>
                      <a:endParaRPr lang="zh-CN" altLang="en-US"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algn="l">
                        <a:buFont typeface="+mj-lt"/>
                        <a:buNone/>
                      </a:pPr>
                      <a:endParaRPr lang="zh-CN" altLang="en-US" sz="1050"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zh-CN" altLang="en-US"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7"/>
                  </a:ext>
                </a:extLst>
              </a:tr>
              <a:tr h="371912">
                <a:tc vMerge="1">
                  <a:txBody>
                    <a:bodyPr/>
                    <a:lstStyle/>
                    <a:p>
                      <a:endParaRPr lang="zh-CN" altLang="en-US" sz="9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en-US" altLang="zh-CN" sz="1050" dirty="0">
                        <a:latin typeface="微软雅黑" charset="0"/>
                        <a:ea typeface="微软雅黑"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371912">
                <a:tc vMerge="1">
                  <a:txBody>
                    <a:bodyPr/>
                    <a:lstStyle/>
                    <a:p>
                      <a:endParaRPr lang="zh-CN" altLang="en-US"/>
                    </a:p>
                  </a:txBody>
                  <a:tcPr/>
                </a:tc>
                <a:tc>
                  <a:txBody>
                    <a:bodyPr/>
                    <a:lstStyle/>
                    <a:p>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9748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txBox="1">
            <a:spLocks/>
          </p:cNvSpPr>
          <p:nvPr/>
        </p:nvSpPr>
        <p:spPr>
          <a:xfrm>
            <a:off x="264939" y="332656"/>
            <a:ext cx="5508104" cy="553244"/>
          </a:xfrm>
          <a:prstGeom prst="rect">
            <a:avLst/>
          </a:prstGeom>
        </p:spPr>
        <p:txBody>
          <a:bodyPr lIns="77925" tIns="38963" rIns="77925" bIns="38963"/>
          <a:lstStyle>
            <a:lvl1pPr algn="l" defTabSz="681355" rtl="0" eaLnBrk="1" fontAlgn="base" hangingPunct="1">
              <a:spcBef>
                <a:spcPct val="0"/>
              </a:spcBef>
              <a:spcAft>
                <a:spcPct val="0"/>
              </a:spcAft>
              <a:defRPr sz="3100" b="0">
                <a:solidFill>
                  <a:srgbClr val="CC0000"/>
                </a:solidFill>
                <a:latin typeface="+mn-ea"/>
                <a:ea typeface="+mn-ea"/>
                <a:cs typeface="+mj-cs"/>
              </a:defRPr>
            </a:lvl1pPr>
            <a:lvl2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2pPr>
            <a:lvl3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3pPr>
            <a:lvl4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4pPr>
            <a:lvl5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5pPr>
            <a:lvl6pPr marL="334010"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6pPr>
            <a:lvl7pPr marL="66738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7pPr>
            <a:lvl8pPr marL="100139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8pPr>
            <a:lvl9pPr marL="133540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9pPr>
          </a:lstStyle>
          <a:p>
            <a:pPr marL="0" marR="0" lvl="0" indent="0" algn="l" defTabSz="681355" rtl="0" eaLnBrk="1" fontAlgn="base" latinLnBrk="0" hangingPunct="1">
              <a:lnSpc>
                <a:spcPct val="100000"/>
              </a:lnSpc>
              <a:spcBef>
                <a:spcPct val="0"/>
              </a:spcBef>
              <a:spcAft>
                <a:spcPct val="0"/>
              </a:spcAft>
              <a:buClrTx/>
              <a:buSzTx/>
              <a:buFontTx/>
              <a:buNone/>
              <a:tabLst/>
              <a:defRPr/>
            </a:pPr>
            <a:r>
              <a:rPr lang="zh-CN" altLang="en-US" sz="2800" b="1" kern="0" dirty="0">
                <a:solidFill>
                  <a:srgbClr val="C00000"/>
                </a:solidFill>
                <a:latin typeface="微软雅黑"/>
                <a:ea typeface="微软雅黑"/>
              </a:rPr>
              <a:t>二</a:t>
            </a:r>
            <a:r>
              <a:rPr kumimoji="0" lang="zh-CN" altLang="en-US" sz="2800" b="1" i="0" u="none" strike="noStrike" kern="0" cap="none" spc="0" normalizeH="0" baseline="0" noProof="0" dirty="0">
                <a:ln>
                  <a:noFill/>
                </a:ln>
                <a:solidFill>
                  <a:srgbClr val="C00000"/>
                </a:solidFill>
                <a:effectLst/>
                <a:uLnTx/>
                <a:uFillTx/>
                <a:latin typeface="微软雅黑"/>
                <a:ea typeface="微软雅黑"/>
                <a:cs typeface="+mj-cs"/>
              </a:rPr>
              <a:t>、</a:t>
            </a:r>
            <a:r>
              <a:rPr lang="en-US" altLang="zh-CN" sz="2800" b="1" kern="0" dirty="0">
                <a:solidFill>
                  <a:srgbClr val="C00000"/>
                </a:solidFill>
                <a:latin typeface="微软雅黑"/>
                <a:ea typeface="微软雅黑"/>
              </a:rPr>
              <a:t>test</a:t>
            </a:r>
            <a:endParaRPr kumimoji="0" lang="zh-CN" altLang="en-US" sz="2800" b="0" i="0" u="none" strike="noStrike" kern="0" cap="none" spc="0" normalizeH="0" baseline="0" noProof="0" dirty="0">
              <a:ln>
                <a:noFill/>
              </a:ln>
              <a:solidFill>
                <a:srgbClr val="CC0000"/>
              </a:solidFill>
              <a:effectLst/>
              <a:uLnTx/>
              <a:uFillTx/>
              <a:latin typeface="微软雅黑"/>
              <a:ea typeface="微软雅黑"/>
              <a:cs typeface="+mj-cs"/>
            </a:endParaRPr>
          </a:p>
        </p:txBody>
      </p:sp>
      <p:sp>
        <p:nvSpPr>
          <p:cNvPr id="4" name="矩形 3"/>
          <p:cNvSpPr/>
          <p:nvPr/>
        </p:nvSpPr>
        <p:spPr>
          <a:xfrm>
            <a:off x="192931" y="836713"/>
            <a:ext cx="11844639" cy="5904656"/>
          </a:xfrm>
          <a:prstGeom prst="rect">
            <a:avLst/>
          </a:prstGeom>
          <a:noFill/>
          <a:ln w="25400" cmpd="dbl">
            <a:solidFill>
              <a:srgbClr val="0A509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微软雅黑" panose="020B0503020204020204" pitchFamily="34" charset="-122"/>
              <a:ea typeface="微软雅黑" panose="020B0503020204020204" pitchFamily="34" charset="-122"/>
            </a:endParaRPr>
          </a:p>
        </p:txBody>
      </p:sp>
      <p:sp>
        <p:nvSpPr>
          <p:cNvPr id="2" name="矩形 1"/>
          <p:cNvSpPr/>
          <p:nvPr/>
        </p:nvSpPr>
        <p:spPr>
          <a:xfrm>
            <a:off x="221191" y="890823"/>
            <a:ext cx="11593288" cy="3041858"/>
          </a:xfrm>
          <a:prstGeom prst="rect">
            <a:avLst/>
          </a:prstGeom>
        </p:spPr>
        <p:txBody>
          <a:bodyPr wrap="square">
            <a:spAutoFit/>
          </a:bodyPr>
          <a:lstStyle/>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【title1】</a:t>
            </a:r>
          </a:p>
          <a:p>
            <a:pPr>
              <a:lnSpc>
                <a:spcPts val="2300"/>
              </a:lnSpc>
            </a:pPr>
            <a:endParaRPr lang="en-US" altLang="zh-CN" sz="1200" dirty="0">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【title2】 </a:t>
            </a:r>
          </a:p>
          <a:p>
            <a:pPr>
              <a:lnSpc>
                <a:spcPts val="2300"/>
              </a:lnSpc>
            </a:pPr>
            <a:endParaRPr lang="en-US" altLang="zh-CN" sz="1200" dirty="0">
              <a:latin typeface="微软雅黑" charset="0"/>
              <a:ea typeface="微软雅黑" charset="0"/>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【title3】</a:t>
            </a: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 title4】</a:t>
            </a: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endParaRPr lang="zh-CN" altLang="en-US" sz="1200" dirty="0">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 title5 】</a:t>
            </a:r>
          </a:p>
          <a:p>
            <a:pPr>
              <a:lnSpc>
                <a:spcPts val="2300"/>
              </a:lnSpc>
            </a:pPr>
            <a:endParaRPr lang="zh-CN" altLang="en-US" sz="1200" dirty="0">
              <a:latin typeface="微软雅黑" charset="0"/>
              <a:ea typeface="微软雅黑" charset="0"/>
            </a:endParaRPr>
          </a:p>
        </p:txBody>
      </p:sp>
    </p:spTree>
    <p:extLst>
      <p:ext uri="{BB962C8B-B14F-4D97-AF65-F5344CB8AC3E}">
        <p14:creationId xmlns:p14="http://schemas.microsoft.com/office/powerpoint/2010/main" val="8914387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2.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3.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4.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5.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6.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7.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8.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9.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10.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11.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12.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13.xml><?xml version="1.0" encoding="utf-8"?>
<p:tagLst xmlns:a="http://schemas.openxmlformats.org/drawingml/2006/main" xmlns:r="http://schemas.openxmlformats.org/officeDocument/2006/relationships" xmlns:p="http://schemas.openxmlformats.org/presentationml/2006/main">
  <p:tag name="STYLE" val="AcnStpConnector"/>
  <p:tag name="DATE" val="2008-11-13 上午 10:28:18"/>
</p:tagLst>
</file>

<file path=ppt/tags/tag14.xml><?xml version="1.0" encoding="utf-8"?>
<p:tagLst xmlns:a="http://schemas.openxmlformats.org/drawingml/2006/main" xmlns:r="http://schemas.openxmlformats.org/officeDocument/2006/relationships" xmlns:p="http://schemas.openxmlformats.org/presentationml/2006/main">
  <p:tag name="STYLE" val="AcnStpConnector"/>
  <p:tag name="DATE" val="2008-11-13 上午 10:28:18"/>
</p:tagLst>
</file>

<file path=ppt/theme/theme1.xml><?xml version="1.0" encoding="utf-8"?>
<a:theme xmlns:a="http://schemas.openxmlformats.org/drawingml/2006/main" name="33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1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default">
  <a:themeElements>
    <a:clrScheme name="4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4_default">
      <a:majorFont>
        <a:latin typeface="FrutigerNext LT Medium"/>
        <a:ea typeface="宋体"/>
        <a:cs typeface=""/>
      </a:majorFont>
      <a:minorFont>
        <a:latin typeface="FrutigerNext LT Medium"/>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4_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4_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4_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4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4_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4_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4_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4_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4_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4_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4_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4_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a:themeElements>
    <a:clrScheme name="3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3_default">
      <a:majorFont>
        <a:latin typeface="FrutigerNext LT Medium"/>
        <a:ea typeface="宋体"/>
        <a:cs typeface=""/>
      </a:majorFont>
      <a:minorFont>
        <a:latin typeface="FrutigerNext LT Medium"/>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3_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3_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3_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3_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3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3_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3_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3_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3_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3_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3_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3_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3_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0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8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1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default">
      <a:majorFont>
        <a:latin typeface="Arial"/>
        <a:ea typeface="华文细黑"/>
        <a:cs typeface="Arial"/>
      </a:majorFont>
      <a:minorFont>
        <a:latin typeface="Arial"/>
        <a:ea typeface="华文细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3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2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3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5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rotWithShape="1">
          <a:gsLst>
            <a:gs pos="0">
              <a:srgbClr val="EAEAEA"/>
            </a:gs>
            <a:gs pos="100000">
              <a:srgbClr val="EAEAEA">
                <a:gamma/>
                <a:shade val="46275"/>
                <a:invGamma/>
                <a:alpha val="0"/>
              </a:srgbClr>
            </a:gs>
          </a:gsLst>
          <a:lin ang="5400000" scaled="1"/>
        </a:gradFill>
        <a:ln w="12700">
          <a:noFill/>
          <a:miter lim="800000"/>
          <a:headEnd/>
          <a:tailEnd/>
        </a:ln>
        <a:effectLst/>
      </a:spPr>
      <a:bodyPr wrap="none" anchor="t"/>
      <a:lstStyle>
        <a:defPPr>
          <a:defRPr sz="1600" b="1" dirty="0" smtClean="0">
            <a:latin typeface="+mj-ea"/>
            <a:cs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23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26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ctr" anchorCtr="0" compatLnSpc="1">
        <a:prstTxWarp prst="textNoShape">
          <a:avLst/>
        </a:prstTxWarp>
        <a:spAutoFit/>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ctr" anchorCtr="0" compatLnSpc="1">
        <a:prstTxWarp prst="textNoShape">
          <a:avLst/>
        </a:prstTxWarp>
        <a:spAutoFit/>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3_Blank">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flip="none" rotWithShape="1">
          <a:gsLst>
            <a:gs pos="0">
              <a:srgbClr val="FBEAC7"/>
            </a:gs>
            <a:gs pos="17999">
              <a:srgbClr val="FEE7F2"/>
            </a:gs>
            <a:gs pos="36000">
              <a:srgbClr val="FAC77D"/>
            </a:gs>
            <a:gs pos="61000">
              <a:srgbClr val="FBA97D"/>
            </a:gs>
            <a:gs pos="82001">
              <a:srgbClr val="FBD49C"/>
            </a:gs>
            <a:gs pos="100000">
              <a:srgbClr val="FEE7F2"/>
            </a:gs>
          </a:gsLst>
          <a:lin ang="5400000" scaled="0"/>
          <a:tileRect/>
        </a:gradFill>
        <a:ln w="9525" cap="flat" cmpd="sng" algn="ctr">
          <a:noFill/>
          <a:prstDash val="solid"/>
          <a:round/>
          <a:headEnd type="none" w="med" len="med"/>
          <a:tailEnd type="none" w="med" len="med"/>
        </a:ln>
        <a:effectLst/>
      </a:spPr>
      <a:bodyPr vert="horz" wrap="square" lIns="91440" tIns="45720" rIns="91440" bIns="45720" numCol="1" rtlCol="0" anchor="ctr" anchorCtr="1" compatLnSpc="1">
        <a:prstTxWarp prst="textNoShape">
          <a:avLst/>
        </a:prstTxWarp>
      </a:bodyPr>
      <a:lstStyle>
        <a:defPPr>
          <a:defRPr sz="1600" b="1" dirty="0" smtClean="0">
            <a:solidFill>
              <a:schemeClr val="tx1"/>
            </a:solidFill>
            <a:latin typeface="+mj-ea"/>
            <a:ea typeface="+mj-ea"/>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txDef>
      <a:spPr>
        <a:noFill/>
      </a:spPr>
      <a:bodyPr wrap="square" rtlCol="0">
        <a:spAutoFit/>
      </a:bodyPr>
      <a:lstStyle>
        <a:defPPr>
          <a:defRPr dirty="0" smtClean="0">
            <a:solidFill>
              <a:srgbClr val="000000"/>
            </a:solidFill>
          </a:defRPr>
        </a:defPPr>
      </a:lstStyle>
    </a:tx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25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26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28_default">
  <a:themeElements>
    <a:clrScheme name="1_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1_default">
      <a:majorFont>
        <a:latin typeface="Arial"/>
        <a:ea typeface="宋体"/>
        <a:cs typeface=""/>
      </a:majorFont>
      <a:minorFont>
        <a:latin typeface="FrutigerNext LT Regular"/>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1_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1_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1_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1_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1_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1_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1_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1_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1_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1_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1_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1_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28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33_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9050" algn="ctr">
          <a:noFill/>
          <a:round/>
          <a:headEnd/>
          <a:tailEnd/>
        </a:ln>
        <a:effectLst/>
      </a:spPr>
      <a:bodyPr wrap="square" rtlCol="0"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9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3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34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35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C99"/>
        </a:solidFill>
        <a:ln w="19050" algn="ctr">
          <a:solidFill>
            <a:schemeClr val="tx1"/>
          </a:solidFill>
          <a:round/>
          <a:headEnd/>
          <a:tailEnd/>
        </a:ln>
        <a:effectLst/>
      </a:spPr>
      <a:bodyPr wrap="square"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1_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C99"/>
        </a:solidFill>
        <a:ln w="19050" algn="ctr">
          <a:solidFill>
            <a:schemeClr val="tx1"/>
          </a:solidFill>
          <a:round/>
          <a:headEnd/>
          <a:tailEnd/>
        </a:ln>
        <a:effectLst/>
      </a:spPr>
      <a:bodyPr wrap="square"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5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7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00000"/>
        </a:solidFill>
        <a:ln>
          <a:noFill/>
        </a:ln>
        <a:effectLst/>
        <a:extLst/>
      </a:spPr>
      <a:bodyPr lIns="121887" tIns="60945" rIns="121887" bIns="60945" anchor="b"/>
      <a:lstStyle>
        <a:defPPr algn="ctr" defTabSz="1218891">
          <a:buClr>
            <a:srgbClr val="CC9900"/>
          </a:buClr>
          <a:defRPr sz="1600" b="1" dirty="0" smtClean="0">
            <a:solidFill>
              <a:schemeClr val="bg1"/>
            </a:solidFill>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MS PGothic"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MS PGothic"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5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Regular"/>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6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7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00000"/>
        </a:solidFill>
        <a:ln>
          <a:noFill/>
        </a:ln>
        <a:effectLst/>
        <a:extLst/>
      </a:spPr>
      <a:bodyPr lIns="121887" tIns="60945" rIns="121887" bIns="60945" anchor="b"/>
      <a:lstStyle>
        <a:defPPr algn="ctr" defTabSz="1218891">
          <a:buClr>
            <a:srgbClr val="CC9900"/>
          </a:buClr>
          <a:defRPr sz="1600" b="1" dirty="0" smtClean="0">
            <a:solidFill>
              <a:schemeClr val="bg1"/>
            </a:solidFill>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16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500" b="1" i="0" u="none" strike="noStrike" cap="none" normalizeH="0" baseline="0" smtClean="0">
            <a:ln>
              <a:noFill/>
            </a:ln>
            <a:solidFill>
              <a:schemeClr val="tx1"/>
            </a:solidFill>
            <a:effectLst/>
            <a:latin typeface="FrutigerNext LT BlackCn" pitchFamily="34"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500" b="1" i="0" u="none" strike="noStrike" cap="none" normalizeH="0" baseline="0" smtClean="0">
            <a:ln>
              <a:noFill/>
            </a:ln>
            <a:solidFill>
              <a:schemeClr val="tx1"/>
            </a:solidFill>
            <a:effectLst/>
            <a:latin typeface="FrutigerNext LT BlackCn" pitchFamily="34" charset="0"/>
            <a:ea typeface="MS PGothic" pitchFamily="34" charset="-128"/>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7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写胶片的模板</Template>
  <TotalTime>66583</TotalTime>
  <Words>56</Words>
  <Application>Microsoft Office PowerPoint</Application>
  <PresentationFormat>自定义</PresentationFormat>
  <Paragraphs>21</Paragraphs>
  <Slides>4</Slides>
  <Notes>0</Notes>
  <HiddenSlides>0</HiddenSlides>
  <MMClips>0</MMClips>
  <ScaleCrop>false</ScaleCrop>
  <HeadingPairs>
    <vt:vector size="6" baseType="variant">
      <vt:variant>
        <vt:lpstr>已用的字体</vt:lpstr>
      </vt:variant>
      <vt:variant>
        <vt:i4>19</vt:i4>
      </vt:variant>
      <vt:variant>
        <vt:lpstr>主题</vt:lpstr>
      </vt:variant>
      <vt:variant>
        <vt:i4>36</vt:i4>
      </vt:variant>
      <vt:variant>
        <vt:lpstr>幻灯片标题</vt:lpstr>
      </vt:variant>
      <vt:variant>
        <vt:i4>4</vt:i4>
      </vt:variant>
    </vt:vector>
  </HeadingPairs>
  <TitlesOfParts>
    <vt:vector size="59" baseType="lpstr">
      <vt:lpstr>FrutigerNext LT Bold</vt:lpstr>
      <vt:lpstr>FrutigerNext LT Light</vt:lpstr>
      <vt:lpstr>FrutigerNext LT Medium</vt:lpstr>
      <vt:lpstr>FrutigerNext LT Regular</vt:lpstr>
      <vt:lpstr>ＭＳ Ｐゴシック</vt:lpstr>
      <vt:lpstr>ＭＳ Ｐゴシック</vt:lpstr>
      <vt:lpstr>黑体</vt:lpstr>
      <vt:lpstr>华文细黑</vt:lpstr>
      <vt:lpstr>宋体</vt:lpstr>
      <vt:lpstr>微软雅黑</vt:lpstr>
      <vt:lpstr>Arial</vt:lpstr>
      <vt:lpstr>Arial Narrow</vt:lpstr>
      <vt:lpstr>Calibri</vt:lpstr>
      <vt:lpstr>Calibri Light</vt:lpstr>
      <vt:lpstr>Franklin Gothic Book</vt:lpstr>
      <vt:lpstr>Franklin Gothic Medium</vt:lpstr>
      <vt:lpstr>Symbol</vt:lpstr>
      <vt:lpstr>Times New Roman</vt:lpstr>
      <vt:lpstr>Wingdings</vt:lpstr>
      <vt:lpstr>33_主题1</vt:lpstr>
      <vt:lpstr>31_主题1</vt:lpstr>
      <vt:lpstr>4_default</vt:lpstr>
      <vt:lpstr>3_default</vt:lpstr>
      <vt:lpstr>20_default</vt:lpstr>
      <vt:lpstr>38_default</vt:lpstr>
      <vt:lpstr>21_default</vt:lpstr>
      <vt:lpstr>17_主题1</vt:lpstr>
      <vt:lpstr>23_default</vt:lpstr>
      <vt:lpstr>20_主题1</vt:lpstr>
      <vt:lpstr>32_主题1</vt:lpstr>
      <vt:lpstr>52_主题1</vt:lpstr>
      <vt:lpstr>23_主题1</vt:lpstr>
      <vt:lpstr>26_default</vt:lpstr>
      <vt:lpstr>3_Blank</vt:lpstr>
      <vt:lpstr>25_主题1</vt:lpstr>
      <vt:lpstr>26_主题1</vt:lpstr>
      <vt:lpstr>28_default</vt:lpstr>
      <vt:lpstr>28_主题1</vt:lpstr>
      <vt:lpstr>33_default</vt:lpstr>
      <vt:lpstr>29_主题1</vt:lpstr>
      <vt:lpstr>30_主题1</vt:lpstr>
      <vt:lpstr>34_主题1</vt:lpstr>
      <vt:lpstr>9_主题1</vt:lpstr>
      <vt:lpstr>35_主题1</vt:lpstr>
      <vt:lpstr>default</vt:lpstr>
      <vt:lpstr>1_default</vt:lpstr>
      <vt:lpstr>56_主题1</vt:lpstr>
      <vt:lpstr>75_主题1</vt:lpstr>
      <vt:lpstr>2_default</vt:lpstr>
      <vt:lpstr>5_default</vt:lpstr>
      <vt:lpstr>36_主题1</vt:lpstr>
      <vt:lpstr>76_主题1</vt:lpstr>
      <vt:lpstr>16_自定义设计方案</vt:lpstr>
      <vt:lpstr>Office 主题</vt:lpstr>
      <vt:lpstr>37_主题1</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fanglong@huawei.com</dc:creator>
  <cp:lastModifiedBy>wangting (CU)</cp:lastModifiedBy>
  <cp:revision>2330</cp:revision>
  <dcterms:created xsi:type="dcterms:W3CDTF">2011-10-09T03:04:51Z</dcterms:created>
  <dcterms:modified xsi:type="dcterms:W3CDTF">2025-12-19T09:32:04Z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19593839</vt:lpwstr>
  </property>
  <property fmtid="{D5CDD505-2E9C-101B-9397-08002B2CF9AE}" pid="3" name="NXPowerLiteSettings">
    <vt:lpwstr>F7000400038000</vt:lpwstr>
  </property>
  <property fmtid="{D5CDD505-2E9C-101B-9397-08002B2CF9AE}" pid="4" name="NXPowerLiteVersion">
    <vt:lpwstr>D7.0.4</vt:lpwstr>
  </property>
  <property fmtid="{D5CDD505-2E9C-101B-9397-08002B2CF9AE}" pid="5" name="_2015_ms_pID_725343">
    <vt:lpwstr>(3)nBeuLenvdGV2JxsyQa/nKkh7UdwJln1TajWDFmKtVMi14rnq7Hr1oUinjvRYjd6YptLlm3M4
qco+WsMTHYss9xzmX1K66tggFM+OZ0wd3iiAuPe4H8+cAUaarp5Wc6lwlnbTbG0frz6AaCzS
lasHApHB4bwN5QLDbrLQGPhOGiM1Zig3u6gzZsdgaEAWa/MNxwom5FnUvOFzkD3Dw5qclewo
tVwvhYxY945b0Ey1em</vt:lpwstr>
  </property>
  <property fmtid="{D5CDD505-2E9C-101B-9397-08002B2CF9AE}" pid="6" name="_2015_ms_pID_7253431">
    <vt:lpwstr>iD4eRwGmNTECaENsM+l5pj/E6r4AVHW9NCwLinmRdUt7iVGM64pzsb
t2IM96W2Ezsjs0Tp7qPJ8Ssi3ULVS3VX0AYka5z3e2wYfAR9DAiB9ZXxQYUBukIPI+Fm56Vt
F8C/xpa+CrhCXnL8IBW1yPmmJV0jeM78SQx78x97tMVfSguL0lscjk9f2lOQundXLUXv8TZ2
LgVFQ92Sre2lV22SYOICWEXHeOuKLTcN3yha</vt:lpwstr>
  </property>
  <property fmtid="{D5CDD505-2E9C-101B-9397-08002B2CF9AE}" pid="7" name="_2015_ms_pID_7253431_00">
    <vt:lpwstr>_2015_ms_pID_7253431</vt:lpwstr>
  </property>
  <property fmtid="{D5CDD505-2E9C-101B-9397-08002B2CF9AE}" pid="8" name="_2015_ms_pID_7253432">
    <vt:lpwstr>sRwgeZ/XkJfUJaDvVISyAL1VIHsMdFK81tTn
I3jVGJsE9WtMF9KX1cUQ+2R8COOLySrk+cPm1pfoAUdF/eR9XTM=</vt:lpwstr>
  </property>
  <property fmtid="{D5CDD505-2E9C-101B-9397-08002B2CF9AE}" pid="9" name="_2015_ms_pID_7253432_00">
    <vt:lpwstr>_2015_ms_pID_7253432</vt:lpwstr>
  </property>
  <property fmtid="{D5CDD505-2E9C-101B-9397-08002B2CF9AE}" pid="10" name="_2015_ms_pID_725343_00">
    <vt:lpwstr>_2015_ms_pID_725343</vt:lpwstr>
  </property>
  <property fmtid="{D5CDD505-2E9C-101B-9397-08002B2CF9AE}" pid="11" name="_ms_pID_725343">
    <vt:lpwstr>(7)T1MdZtNkT4byVbFoOvxrNhOHqFcgpKVY/A0rNwYgTnPMaH6A5yqTjG6g3GbwgU4pk0+BWP6E_x000d_ 2wEMoI1b5RiiYDgni2ybsBj1J1Hj/65i+RW3tbzBC64hkDKIyQxJujSQBDikIdxThAmD3IwI_x000d_ C9Tj5nlArbEb5Q3A1FmFRyMAaFMkcxNzVzgw+tDq61j0gosfGSMIhnJA3XvXHs27/8h3xluN_x000d_ zf80tdiSu6PekiaOoH</vt:lpwstr>
  </property>
  <property fmtid="{D5CDD505-2E9C-101B-9397-08002B2CF9AE}" pid="12" name="_ms_pID_7253431">
    <vt:lpwstr>Q5OoFv5ZNXSJY/LuWBzV0DwG6bc7aPjVOSmRY8RA18nos5z3SmazTR_x000d_ AYtzG9M+2FJTEUpW1Vgus/aXTvStmHGtIHDY1E6etjQNh1K9hkFPnpQlGhDvoMxEb/4w20a9_x000d_ E9G8FhZlF7MpfapxFzZqJV96xpjmCFh/vs4XjiDNnoCV2hUc/99EjenJyvVTsM8fBVU7jtdC_x000d_ rMeGbnLdfP1nh/EduZOCv/piNHqrwJ9Uq9H6</vt:lpwstr>
  </property>
  <property fmtid="{D5CDD505-2E9C-101B-9397-08002B2CF9AE}" pid="13" name="_ms_pID_7253432">
    <vt:lpwstr>M7k4yQb0BeVd4Xuxq53l+sDXK0efNXuTxPPD_x000d_ P7Ospq9YCL6TT5hbGZ4hkp2QAtpELg/copIQhLe2r34I1zOmL03mBOTZ2CiYDpypUTlrHmrd_x000d_ EaBgRFsPUKRAjHJuIn9OaeJkJ0elvK4qHj0ZlfroVoH7bvVkS6v+3prtmYNTKHsnwdymnuyc_x000d_ S03R6h1evlsVoIXkMltH0DZ50DLmmnwDAUJtlD6+9KK/IDXUC4UkLr</vt:lpwstr>
  </property>
  <property fmtid="{D5CDD505-2E9C-101B-9397-08002B2CF9AE}" pid="14" name="_ms_pID_7253433">
    <vt:lpwstr>JT7I7m3rcDV9WqwEey_x000d_ 4p+TxsvOMeKzSeTc5dXBnPkUrejhWc3ROH0qmHoYlji8NsLYK7k8XMwMvca/w8NcXAAyn2mf_x000d_ cvZmgitkW90G6JPEmp/MuKegw6JcGkwZ+T1EpsuqvhDxw1SMJe/HrnEcAjTeDLAE8v9aphtd_x000d_ HYf1JA7KQEQAu+oL5GFo7DkeiIpANAXpD7vFN5b0Aqe0MWDYwLEgcXOxNYQLqUKCntWaeK5C</vt:lpwstr>
  </property>
  <property fmtid="{D5CDD505-2E9C-101B-9397-08002B2CF9AE}" pid="15" name="_ms_pID_7253434">
    <vt:lpwstr>_x000d_ jym0gMV/wMJ2mT/GMA/JkOqBI0IdgPLPhwMI7Hce+oliu0auTWBZsoEcmQInTn/dfNLHiFCk_x000d_ l/DNoRNteN7nAE1Df8EdiCLIffNSbDnXc207PMO1QaNRoj3Cq98EAj5O+oD36BIUCZB34ESn_x000d_ +Iy1fdRonv2uU+eyM1unJE5oqKDiWWfIFfNsK3J0Hh+yWvs9WwEPDN+LA5qY19MDTzdtaRS8_x000d_ qUCG0MrrNHYmzOtr</vt:lpwstr>
  </property>
  <property fmtid="{D5CDD505-2E9C-101B-9397-08002B2CF9AE}" pid="16" name="_ms_pID_7253435">
    <vt:lpwstr>vikHsBVErZfoic0GStb8F6nS9dZHsNlXO1SeglYVovrpnYGk3h1UqQUv_x000d_ vvoEyKc7Sva/mv6wtUAJs++lf1gD5hiCHJyr6GBD6KX5c4BFqe5ldbFlepmTtdFlic+fyZQ2_x000d_ HfhIoOUP41V4vWPrdF4v/B2RjgvCrb279ykGCQGFx1ndJ1rbYSNNdkAGuMmxXhOtoveb0z9R_x000d_ GsyOIRyvBBAf8Bbets0M9RobZVpBSuq5Of</vt:lpwstr>
  </property>
  <property fmtid="{D5CDD505-2E9C-101B-9397-08002B2CF9AE}" pid="17" name="_ms_pID_7253436">
    <vt:lpwstr>yANUWSZL8zHoqF5xZMXe7tOeKhZjeRwoDV66DE_x000d_ 5Xd6oyXLWo23JEZ+fKUVO8WS074EZLZofvLI1KId2YZZTOnc9Ak4Sw==</vt:lpwstr>
  </property>
  <property fmtid="{D5CDD505-2E9C-101B-9397-08002B2CF9AE}" pid="18" name="_new_ms_pID_72543">
    <vt:lpwstr>(3)9wHtszVAjtyBCbSKUvXh61xZd9GGBswzGjGMLTvhDLJWSw5MbYncfguxKAHcl3WOzeEurU3y_x000d_
capeSDeRGe9SFFaHzwgxl5fQ2BstzLvq3wVe7arpN4uTwaB7iEJWIxGXzwcL/Z+A+X4BNMwf_x000d_
MIT7oehwQqslNsmtZ29JEbGF/Z9K/AsNanTbVku7cjHbZUlWtarAYTtauOIPDNuePMurRagi_x000d_
dJm39UaIxOdiCCrvg5</vt:lpwstr>
  </property>
  <property fmtid="{D5CDD505-2E9C-101B-9397-08002B2CF9AE}" pid="19" name="_new_ms_pID_725431">
    <vt:lpwstr>WjTRThOGAUGBzyLbjldMJ3FURIE4Wvs0w2pRd/PKy1851iTGVQRZ0b_x000d_
bahHfMF4TID9WDftZk7J76SwdBqFF5LB0Kd9eGy+l9Y0eL89YDjPCjeKAU0dNSymrlWa7i2Y_x000d_
gRTxM5QpNrJiEuzfgEKfE6e4y9q/B+oJDBAEJjiX891riSvpaDLtKqi6xSfCsgdiyvSMGupl_x000d_
hMQIs+kl3FIvgwxEbf/g8cFKVTlsDSxacHD7</vt:lpwstr>
  </property>
  <property fmtid="{D5CDD505-2E9C-101B-9397-08002B2CF9AE}" pid="20" name="_new_ms_pID_725431_00">
    <vt:lpwstr>_new_ms_pID_725431</vt:lpwstr>
  </property>
  <property fmtid="{D5CDD505-2E9C-101B-9397-08002B2CF9AE}" pid="21" name="_new_ms_pID_725432">
    <vt:lpwstr>Vcqzc+9u63HV+wNCAnID0uohXe8iFX4L0gV8_x000d_
SPAj1L+Z+nHhN6PFp80JXxzcsfaenq44TjhDts6gGwNsB7TVvQx9k4dGV1di5oRo/iIyynyK_x000d_
Ek+AFHYiTrBru/dW8DcSqd1Z9nd12UsUKzYbpGFzXy9KFI5E6vqnmxx5vZVn3VqKiyeysCLW_x000d_
77shbkep16mE5EmvQC6X5JF7aOGHNv90lhA=</vt:lpwstr>
  </property>
  <property fmtid="{D5CDD505-2E9C-101B-9397-08002B2CF9AE}" pid="22" name="_new_ms_pID_725432_00">
    <vt:lpwstr>_new_ms_pID_725432</vt:lpwstr>
  </property>
  <property fmtid="{D5CDD505-2E9C-101B-9397-08002B2CF9AE}" pid="23" name="_new_ms_pID_725433">
    <vt:lpwstr>4U</vt:lpwstr>
  </property>
  <property fmtid="{D5CDD505-2E9C-101B-9397-08002B2CF9AE}" pid="24" name="_new_ms_pID_725433_00">
    <vt:lpwstr>_new_ms_pID_725433</vt:lpwstr>
  </property>
  <property fmtid="{D5CDD505-2E9C-101B-9397-08002B2CF9AE}" pid="25" name="_new_ms_pID_72543_00">
    <vt:lpwstr>_new_ms_pID_72543</vt:lpwstr>
  </property>
  <property fmtid="{D5CDD505-2E9C-101B-9397-08002B2CF9AE}" pid="26" name="_readonly">
    <vt:lpwstr/>
  </property>
  <property fmtid="{D5CDD505-2E9C-101B-9397-08002B2CF9AE}" pid="27" name="_change">
    <vt:lpwstr/>
  </property>
  <property fmtid="{D5CDD505-2E9C-101B-9397-08002B2CF9AE}" pid="28" name="_full-control">
    <vt:lpwstr/>
  </property>
  <property fmtid="{D5CDD505-2E9C-101B-9397-08002B2CF9AE}" pid="29" name="sflag">
    <vt:lpwstr>1721629018</vt:lpwstr>
  </property>
</Properties>
</file>